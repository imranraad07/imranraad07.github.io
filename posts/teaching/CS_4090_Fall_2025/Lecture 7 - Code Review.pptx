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757136ef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757136ef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ea4e117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7ea4e117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ea4e117d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7ea4e117d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ea4e117d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7ea4e117d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757136ef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757136ef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757136ef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757136ef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757136ef8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757136ef8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757136ef8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757136ef8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757136ef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757136ef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4757136ef8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4757136ef8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757136ef8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757136ef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757136ef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757136ef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4757136ef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4757136ef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4757136ef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4757136ef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757136ef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757136ef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757136ef8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4757136ef8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4757136ef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4757136ef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4757136ef8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4757136ef8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757136ef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757136ef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757136ef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757136ef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757136ef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4757136ef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4757136ef8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4757136ef8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ed30ca6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ed30ca6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ed30ca6d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7ed30ca6d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028c219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028c219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Font typeface="Calibri"/>
              <a:buNone/>
              <a:defRPr sz="5200">
                <a:latin typeface="Calibri"/>
                <a:ea typeface="Calibri"/>
                <a:cs typeface="Calibri"/>
                <a:sym typeface="Calibri"/>
              </a:defRPr>
            </a:lvl1pPr>
            <a:lvl2pPr lvl="1" algn="ctr">
              <a:spcBef>
                <a:spcPts val="0"/>
              </a:spcBef>
              <a:spcAft>
                <a:spcPts val="0"/>
              </a:spcAft>
              <a:buSzPts val="5200"/>
              <a:buFont typeface="Calibri"/>
              <a:buNone/>
              <a:defRPr sz="5200">
                <a:latin typeface="Calibri"/>
                <a:ea typeface="Calibri"/>
                <a:cs typeface="Calibri"/>
                <a:sym typeface="Calibri"/>
              </a:defRPr>
            </a:lvl2pPr>
            <a:lvl3pPr lvl="2" algn="ctr">
              <a:spcBef>
                <a:spcPts val="0"/>
              </a:spcBef>
              <a:spcAft>
                <a:spcPts val="0"/>
              </a:spcAft>
              <a:buSzPts val="5200"/>
              <a:buFont typeface="Calibri"/>
              <a:buNone/>
              <a:defRPr sz="5200">
                <a:latin typeface="Calibri"/>
                <a:ea typeface="Calibri"/>
                <a:cs typeface="Calibri"/>
                <a:sym typeface="Calibri"/>
              </a:defRPr>
            </a:lvl3pPr>
            <a:lvl4pPr lvl="3" algn="ctr">
              <a:spcBef>
                <a:spcPts val="0"/>
              </a:spcBef>
              <a:spcAft>
                <a:spcPts val="0"/>
              </a:spcAft>
              <a:buSzPts val="5200"/>
              <a:buFont typeface="Calibri"/>
              <a:buNone/>
              <a:defRPr sz="5200">
                <a:latin typeface="Calibri"/>
                <a:ea typeface="Calibri"/>
                <a:cs typeface="Calibri"/>
                <a:sym typeface="Calibri"/>
              </a:defRPr>
            </a:lvl4pPr>
            <a:lvl5pPr lvl="4" algn="ctr">
              <a:spcBef>
                <a:spcPts val="0"/>
              </a:spcBef>
              <a:spcAft>
                <a:spcPts val="0"/>
              </a:spcAft>
              <a:buSzPts val="5200"/>
              <a:buFont typeface="Calibri"/>
              <a:buNone/>
              <a:defRPr sz="5200">
                <a:latin typeface="Calibri"/>
                <a:ea typeface="Calibri"/>
                <a:cs typeface="Calibri"/>
                <a:sym typeface="Calibri"/>
              </a:defRPr>
            </a:lvl5pPr>
            <a:lvl6pPr lvl="5" algn="ctr">
              <a:spcBef>
                <a:spcPts val="0"/>
              </a:spcBef>
              <a:spcAft>
                <a:spcPts val="0"/>
              </a:spcAft>
              <a:buSzPts val="5200"/>
              <a:buFont typeface="Calibri"/>
              <a:buNone/>
              <a:defRPr sz="5200">
                <a:latin typeface="Calibri"/>
                <a:ea typeface="Calibri"/>
                <a:cs typeface="Calibri"/>
                <a:sym typeface="Calibri"/>
              </a:defRPr>
            </a:lvl6pPr>
            <a:lvl7pPr lvl="6" algn="ctr">
              <a:spcBef>
                <a:spcPts val="0"/>
              </a:spcBef>
              <a:spcAft>
                <a:spcPts val="0"/>
              </a:spcAft>
              <a:buSzPts val="5200"/>
              <a:buFont typeface="Calibri"/>
              <a:buNone/>
              <a:defRPr sz="5200">
                <a:latin typeface="Calibri"/>
                <a:ea typeface="Calibri"/>
                <a:cs typeface="Calibri"/>
                <a:sym typeface="Calibri"/>
              </a:defRPr>
            </a:lvl7pPr>
            <a:lvl8pPr lvl="7" algn="ctr">
              <a:spcBef>
                <a:spcPts val="0"/>
              </a:spcBef>
              <a:spcAft>
                <a:spcPts val="0"/>
              </a:spcAft>
              <a:buSzPts val="5200"/>
              <a:buFont typeface="Calibri"/>
              <a:buNone/>
              <a:defRPr sz="5200">
                <a:latin typeface="Calibri"/>
                <a:ea typeface="Calibri"/>
                <a:cs typeface="Calibri"/>
                <a:sym typeface="Calibri"/>
              </a:defRPr>
            </a:lvl8pPr>
            <a:lvl9pPr lvl="8" algn="ctr">
              <a:spcBef>
                <a:spcPts val="0"/>
              </a:spcBef>
              <a:spcAft>
                <a:spcPts val="0"/>
              </a:spcAft>
              <a:buSzPts val="5200"/>
              <a:buFont typeface="Calibri"/>
              <a:buNone/>
              <a:defRPr sz="5200">
                <a:latin typeface="Calibri"/>
                <a:ea typeface="Calibri"/>
                <a:cs typeface="Calibri"/>
                <a:sym typeface="Calibri"/>
              </a:defRPr>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Font typeface="Calibri"/>
              <a:buNone/>
              <a:defRPr sz="2800">
                <a:latin typeface="Calibri"/>
                <a:ea typeface="Calibri"/>
                <a:cs typeface="Calibri"/>
                <a:sym typeface="Calibri"/>
              </a:defRPr>
            </a:lvl1pPr>
            <a:lvl2pPr lvl="1" algn="ctr">
              <a:lnSpc>
                <a:spcPct val="100000"/>
              </a:lnSpc>
              <a:spcBef>
                <a:spcPts val="0"/>
              </a:spcBef>
              <a:spcAft>
                <a:spcPts val="0"/>
              </a:spcAft>
              <a:buSzPts val="2800"/>
              <a:buFont typeface="Calibri"/>
              <a:buNone/>
              <a:defRPr sz="2800">
                <a:latin typeface="Calibri"/>
                <a:ea typeface="Calibri"/>
                <a:cs typeface="Calibri"/>
                <a:sym typeface="Calibri"/>
              </a:defRPr>
            </a:lvl2pPr>
            <a:lvl3pPr lvl="2" algn="ctr">
              <a:lnSpc>
                <a:spcPct val="100000"/>
              </a:lnSpc>
              <a:spcBef>
                <a:spcPts val="0"/>
              </a:spcBef>
              <a:spcAft>
                <a:spcPts val="0"/>
              </a:spcAft>
              <a:buSzPts val="2800"/>
              <a:buFont typeface="Calibri"/>
              <a:buNone/>
              <a:defRPr sz="2800">
                <a:latin typeface="Calibri"/>
                <a:ea typeface="Calibri"/>
                <a:cs typeface="Calibri"/>
                <a:sym typeface="Calibri"/>
              </a:defRPr>
            </a:lvl3pPr>
            <a:lvl4pPr lvl="3" algn="ctr">
              <a:lnSpc>
                <a:spcPct val="100000"/>
              </a:lnSpc>
              <a:spcBef>
                <a:spcPts val="0"/>
              </a:spcBef>
              <a:spcAft>
                <a:spcPts val="0"/>
              </a:spcAft>
              <a:buSzPts val="2800"/>
              <a:buFont typeface="Calibri"/>
              <a:buNone/>
              <a:defRPr sz="2800">
                <a:latin typeface="Calibri"/>
                <a:ea typeface="Calibri"/>
                <a:cs typeface="Calibri"/>
                <a:sym typeface="Calibri"/>
              </a:defRPr>
            </a:lvl4pPr>
            <a:lvl5pPr lvl="4" algn="ctr">
              <a:lnSpc>
                <a:spcPct val="100000"/>
              </a:lnSpc>
              <a:spcBef>
                <a:spcPts val="0"/>
              </a:spcBef>
              <a:spcAft>
                <a:spcPts val="0"/>
              </a:spcAft>
              <a:buSzPts val="2800"/>
              <a:buFont typeface="Calibri"/>
              <a:buNone/>
              <a:defRPr sz="2800">
                <a:latin typeface="Calibri"/>
                <a:ea typeface="Calibri"/>
                <a:cs typeface="Calibri"/>
                <a:sym typeface="Calibri"/>
              </a:defRPr>
            </a:lvl5pPr>
            <a:lvl6pPr lvl="5" algn="ctr">
              <a:lnSpc>
                <a:spcPct val="100000"/>
              </a:lnSpc>
              <a:spcBef>
                <a:spcPts val="0"/>
              </a:spcBef>
              <a:spcAft>
                <a:spcPts val="0"/>
              </a:spcAft>
              <a:buSzPts val="2800"/>
              <a:buFont typeface="Calibri"/>
              <a:buNone/>
              <a:defRPr sz="2800">
                <a:latin typeface="Calibri"/>
                <a:ea typeface="Calibri"/>
                <a:cs typeface="Calibri"/>
                <a:sym typeface="Calibri"/>
              </a:defRPr>
            </a:lvl6pPr>
            <a:lvl7pPr lvl="6" algn="ctr">
              <a:lnSpc>
                <a:spcPct val="100000"/>
              </a:lnSpc>
              <a:spcBef>
                <a:spcPts val="0"/>
              </a:spcBef>
              <a:spcAft>
                <a:spcPts val="0"/>
              </a:spcAft>
              <a:buSzPts val="2800"/>
              <a:buFont typeface="Calibri"/>
              <a:buNone/>
              <a:defRPr sz="2800">
                <a:latin typeface="Calibri"/>
                <a:ea typeface="Calibri"/>
                <a:cs typeface="Calibri"/>
                <a:sym typeface="Calibri"/>
              </a:defRPr>
            </a:lvl7pPr>
            <a:lvl8pPr lvl="7" algn="ctr">
              <a:lnSpc>
                <a:spcPct val="100000"/>
              </a:lnSpc>
              <a:spcBef>
                <a:spcPts val="0"/>
              </a:spcBef>
              <a:spcAft>
                <a:spcPts val="0"/>
              </a:spcAft>
              <a:buSzPts val="2800"/>
              <a:buFont typeface="Calibri"/>
              <a:buNone/>
              <a:defRPr sz="2800">
                <a:latin typeface="Calibri"/>
                <a:ea typeface="Calibri"/>
                <a:cs typeface="Calibri"/>
                <a:sym typeface="Calibri"/>
              </a:defRPr>
            </a:lvl8pPr>
            <a:lvl9pPr lvl="8" algn="ctr">
              <a:lnSpc>
                <a:spcPct val="100000"/>
              </a:lnSpc>
              <a:spcBef>
                <a:spcPts val="0"/>
              </a:spcBef>
              <a:spcAft>
                <a:spcPts val="0"/>
              </a:spcAft>
              <a:buSzPts val="2800"/>
              <a:buFont typeface="Calibri"/>
              <a:buNone/>
              <a:defRPr sz="2800">
                <a:latin typeface="Calibri"/>
                <a:ea typeface="Calibri"/>
                <a:cs typeface="Calibri"/>
                <a:sym typeface="Calibri"/>
              </a:defRPr>
            </a:lvl9pPr>
          </a:lstStyle>
          <a:p/>
        </p:txBody>
      </p:sp>
      <p:sp>
        <p:nvSpPr>
          <p:cNvPr id="12" name="Google Shape;12;p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atin typeface="Calibri"/>
                <a:ea typeface="Calibri"/>
                <a:cs typeface="Calibri"/>
                <a:sym typeface="Calibri"/>
              </a:defRPr>
            </a:lvl1pPr>
            <a:lvl2pPr lvl="1">
              <a:buNone/>
              <a:defRPr>
                <a:latin typeface="Calibri"/>
                <a:ea typeface="Calibri"/>
                <a:cs typeface="Calibri"/>
                <a:sym typeface="Calibri"/>
              </a:defRPr>
            </a:lvl2pPr>
            <a:lvl3pPr lvl="2">
              <a:buNone/>
              <a:defRPr>
                <a:latin typeface="Calibri"/>
                <a:ea typeface="Calibri"/>
                <a:cs typeface="Calibri"/>
                <a:sym typeface="Calibri"/>
              </a:defRPr>
            </a:lvl3pPr>
            <a:lvl4pPr lvl="3">
              <a:buNone/>
              <a:defRPr>
                <a:latin typeface="Calibri"/>
                <a:ea typeface="Calibri"/>
                <a:cs typeface="Calibri"/>
                <a:sym typeface="Calibri"/>
              </a:defRPr>
            </a:lvl4pPr>
            <a:lvl5pPr lvl="4">
              <a:buNone/>
              <a:defRPr>
                <a:latin typeface="Calibri"/>
                <a:ea typeface="Calibri"/>
                <a:cs typeface="Calibri"/>
                <a:sym typeface="Calibri"/>
              </a:defRPr>
            </a:lvl5pPr>
            <a:lvl6pPr lvl="5">
              <a:buNone/>
              <a:defRPr>
                <a:latin typeface="Calibri"/>
                <a:ea typeface="Calibri"/>
                <a:cs typeface="Calibri"/>
                <a:sym typeface="Calibri"/>
              </a:defRPr>
            </a:lvl6pPr>
            <a:lvl7pPr lvl="6">
              <a:buNone/>
              <a:defRPr>
                <a:latin typeface="Calibri"/>
                <a:ea typeface="Calibri"/>
                <a:cs typeface="Calibri"/>
                <a:sym typeface="Calibri"/>
              </a:defRPr>
            </a:lvl7pPr>
            <a:lvl8pPr lvl="7">
              <a:buNone/>
              <a:defRPr>
                <a:latin typeface="Calibri"/>
                <a:ea typeface="Calibri"/>
                <a:cs typeface="Calibri"/>
                <a:sym typeface="Calibri"/>
              </a:defRPr>
            </a:lvl8pPr>
            <a:lvl9pPr lvl="8">
              <a:buNone/>
              <a:defRPr>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Font typeface="Calibri"/>
              <a:buNone/>
              <a:defRPr sz="3600">
                <a:latin typeface="Calibri"/>
                <a:ea typeface="Calibri"/>
                <a:cs typeface="Calibri"/>
                <a:sym typeface="Calibri"/>
              </a:defRPr>
            </a:lvl1pPr>
            <a:lvl2pPr lvl="1" algn="ctr">
              <a:spcBef>
                <a:spcPts val="0"/>
              </a:spcBef>
              <a:spcAft>
                <a:spcPts val="0"/>
              </a:spcAft>
              <a:buSzPts val="3600"/>
              <a:buFont typeface="Calibri"/>
              <a:buNone/>
              <a:defRPr sz="3600">
                <a:latin typeface="Calibri"/>
                <a:ea typeface="Calibri"/>
                <a:cs typeface="Calibri"/>
                <a:sym typeface="Calibri"/>
              </a:defRPr>
            </a:lvl2pPr>
            <a:lvl3pPr lvl="2" algn="ctr">
              <a:spcBef>
                <a:spcPts val="0"/>
              </a:spcBef>
              <a:spcAft>
                <a:spcPts val="0"/>
              </a:spcAft>
              <a:buSzPts val="3600"/>
              <a:buFont typeface="Calibri"/>
              <a:buNone/>
              <a:defRPr sz="3600">
                <a:latin typeface="Calibri"/>
                <a:ea typeface="Calibri"/>
                <a:cs typeface="Calibri"/>
                <a:sym typeface="Calibri"/>
              </a:defRPr>
            </a:lvl3pPr>
            <a:lvl4pPr lvl="3" algn="ctr">
              <a:spcBef>
                <a:spcPts val="0"/>
              </a:spcBef>
              <a:spcAft>
                <a:spcPts val="0"/>
              </a:spcAft>
              <a:buSzPts val="3600"/>
              <a:buFont typeface="Calibri"/>
              <a:buNone/>
              <a:defRPr sz="3600">
                <a:latin typeface="Calibri"/>
                <a:ea typeface="Calibri"/>
                <a:cs typeface="Calibri"/>
                <a:sym typeface="Calibri"/>
              </a:defRPr>
            </a:lvl4pPr>
            <a:lvl5pPr lvl="4" algn="ctr">
              <a:spcBef>
                <a:spcPts val="0"/>
              </a:spcBef>
              <a:spcAft>
                <a:spcPts val="0"/>
              </a:spcAft>
              <a:buSzPts val="3600"/>
              <a:buFont typeface="Calibri"/>
              <a:buNone/>
              <a:defRPr sz="3600">
                <a:latin typeface="Calibri"/>
                <a:ea typeface="Calibri"/>
                <a:cs typeface="Calibri"/>
                <a:sym typeface="Calibri"/>
              </a:defRPr>
            </a:lvl5pPr>
            <a:lvl6pPr lvl="5" algn="ctr">
              <a:spcBef>
                <a:spcPts val="0"/>
              </a:spcBef>
              <a:spcAft>
                <a:spcPts val="0"/>
              </a:spcAft>
              <a:buSzPts val="3600"/>
              <a:buFont typeface="Calibri"/>
              <a:buNone/>
              <a:defRPr sz="3600">
                <a:latin typeface="Calibri"/>
                <a:ea typeface="Calibri"/>
                <a:cs typeface="Calibri"/>
                <a:sym typeface="Calibri"/>
              </a:defRPr>
            </a:lvl6pPr>
            <a:lvl7pPr lvl="6" algn="ctr">
              <a:spcBef>
                <a:spcPts val="0"/>
              </a:spcBef>
              <a:spcAft>
                <a:spcPts val="0"/>
              </a:spcAft>
              <a:buSzPts val="3600"/>
              <a:buFont typeface="Calibri"/>
              <a:buNone/>
              <a:defRPr sz="3600">
                <a:latin typeface="Calibri"/>
                <a:ea typeface="Calibri"/>
                <a:cs typeface="Calibri"/>
                <a:sym typeface="Calibri"/>
              </a:defRPr>
            </a:lvl7pPr>
            <a:lvl8pPr lvl="7" algn="ctr">
              <a:spcBef>
                <a:spcPts val="0"/>
              </a:spcBef>
              <a:spcAft>
                <a:spcPts val="0"/>
              </a:spcAft>
              <a:buSzPts val="3600"/>
              <a:buFont typeface="Calibri"/>
              <a:buNone/>
              <a:defRPr sz="3600">
                <a:latin typeface="Calibri"/>
                <a:ea typeface="Calibri"/>
                <a:cs typeface="Calibri"/>
                <a:sym typeface="Calibri"/>
              </a:defRPr>
            </a:lvl8pPr>
            <a:lvl9pPr lvl="8" algn="ctr">
              <a:spcBef>
                <a:spcPts val="0"/>
              </a:spcBef>
              <a:spcAft>
                <a:spcPts val="0"/>
              </a:spcAft>
              <a:buSzPts val="3600"/>
              <a:buFont typeface="Calibri"/>
              <a:buNone/>
              <a:defRPr sz="3600">
                <a:latin typeface="Calibri"/>
                <a:ea typeface="Calibri"/>
                <a:cs typeface="Calibri"/>
                <a:sym typeface="Calibri"/>
              </a:defRPr>
            </a:lvl9pPr>
          </a:lstStyle>
          <a:p/>
        </p:txBody>
      </p:sp>
      <p:sp>
        <p:nvSpPr>
          <p:cNvPr id="15" name="Google Shape;15;p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Font typeface="Calibri"/>
              <a:buNone/>
              <a:defRPr>
                <a:latin typeface="Calibri"/>
                <a:ea typeface="Calibri"/>
                <a:cs typeface="Calibri"/>
                <a:sym typeface="Calibri"/>
              </a:defRPr>
            </a:lvl1pPr>
            <a:lvl2pPr lvl="1">
              <a:spcBef>
                <a:spcPts val="0"/>
              </a:spcBef>
              <a:spcAft>
                <a:spcPts val="0"/>
              </a:spcAft>
              <a:buSzPts val="2800"/>
              <a:buFont typeface="Calibri"/>
              <a:buNone/>
              <a:defRPr>
                <a:latin typeface="Calibri"/>
                <a:ea typeface="Calibri"/>
                <a:cs typeface="Calibri"/>
                <a:sym typeface="Calibri"/>
              </a:defRPr>
            </a:lvl2pPr>
            <a:lvl3pPr lvl="2">
              <a:spcBef>
                <a:spcPts val="0"/>
              </a:spcBef>
              <a:spcAft>
                <a:spcPts val="0"/>
              </a:spcAft>
              <a:buSzPts val="2800"/>
              <a:buFont typeface="Calibri"/>
              <a:buNone/>
              <a:defRPr>
                <a:latin typeface="Calibri"/>
                <a:ea typeface="Calibri"/>
                <a:cs typeface="Calibri"/>
                <a:sym typeface="Calibri"/>
              </a:defRPr>
            </a:lvl3pPr>
            <a:lvl4pPr lvl="3">
              <a:spcBef>
                <a:spcPts val="0"/>
              </a:spcBef>
              <a:spcAft>
                <a:spcPts val="0"/>
              </a:spcAft>
              <a:buSzPts val="2800"/>
              <a:buFont typeface="Calibri"/>
              <a:buNone/>
              <a:defRPr>
                <a:latin typeface="Calibri"/>
                <a:ea typeface="Calibri"/>
                <a:cs typeface="Calibri"/>
                <a:sym typeface="Calibri"/>
              </a:defRPr>
            </a:lvl4pPr>
            <a:lvl5pPr lvl="4">
              <a:spcBef>
                <a:spcPts val="0"/>
              </a:spcBef>
              <a:spcAft>
                <a:spcPts val="0"/>
              </a:spcAft>
              <a:buSzPts val="2800"/>
              <a:buFont typeface="Calibri"/>
              <a:buNone/>
              <a:defRPr>
                <a:latin typeface="Calibri"/>
                <a:ea typeface="Calibri"/>
                <a:cs typeface="Calibri"/>
                <a:sym typeface="Calibri"/>
              </a:defRPr>
            </a:lvl5pPr>
            <a:lvl6pPr lvl="5">
              <a:spcBef>
                <a:spcPts val="0"/>
              </a:spcBef>
              <a:spcAft>
                <a:spcPts val="0"/>
              </a:spcAft>
              <a:buSzPts val="2800"/>
              <a:buFont typeface="Calibri"/>
              <a:buNone/>
              <a:defRPr>
                <a:latin typeface="Calibri"/>
                <a:ea typeface="Calibri"/>
                <a:cs typeface="Calibri"/>
                <a:sym typeface="Calibri"/>
              </a:defRPr>
            </a:lvl6pPr>
            <a:lvl7pPr lvl="6">
              <a:spcBef>
                <a:spcPts val="0"/>
              </a:spcBef>
              <a:spcAft>
                <a:spcPts val="0"/>
              </a:spcAft>
              <a:buSzPts val="2800"/>
              <a:buFont typeface="Calibri"/>
              <a:buNone/>
              <a:defRPr>
                <a:latin typeface="Calibri"/>
                <a:ea typeface="Calibri"/>
                <a:cs typeface="Calibri"/>
                <a:sym typeface="Calibri"/>
              </a:defRPr>
            </a:lvl7pPr>
            <a:lvl8pPr lvl="7">
              <a:spcBef>
                <a:spcPts val="0"/>
              </a:spcBef>
              <a:spcAft>
                <a:spcPts val="0"/>
              </a:spcAft>
              <a:buSzPts val="2800"/>
              <a:buFont typeface="Calibri"/>
              <a:buNone/>
              <a:defRPr>
                <a:latin typeface="Calibri"/>
                <a:ea typeface="Calibri"/>
                <a:cs typeface="Calibri"/>
                <a:sym typeface="Calibri"/>
              </a:defRPr>
            </a:lvl8pPr>
            <a:lvl9pPr lvl="8">
              <a:spcBef>
                <a:spcPts val="0"/>
              </a:spcBef>
              <a:spcAft>
                <a:spcPts val="0"/>
              </a:spcAft>
              <a:buSzPts val="2800"/>
              <a:buFont typeface="Calibri"/>
              <a:buNone/>
              <a:defRPr>
                <a:latin typeface="Calibri"/>
                <a:ea typeface="Calibri"/>
                <a:cs typeface="Calibri"/>
                <a:sym typeface="Calibri"/>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42900" lvl="0" marL="457200">
              <a:spcBef>
                <a:spcPts val="0"/>
              </a:spcBef>
              <a:spcAft>
                <a:spcPts val="0"/>
              </a:spcAft>
              <a:buSzPts val="1800"/>
              <a:buFont typeface="Calibri"/>
              <a:buChar char="●"/>
              <a:defRPr>
                <a:latin typeface="Calibri"/>
                <a:ea typeface="Calibri"/>
                <a:cs typeface="Calibri"/>
                <a:sym typeface="Calibri"/>
              </a:defRPr>
            </a:lvl1pPr>
            <a:lvl2pPr indent="-317500" lvl="1" marL="914400">
              <a:spcBef>
                <a:spcPts val="0"/>
              </a:spcBef>
              <a:spcAft>
                <a:spcPts val="0"/>
              </a:spcAft>
              <a:buSzPts val="1400"/>
              <a:buFont typeface="Calibri"/>
              <a:buChar char="○"/>
              <a:defRPr>
                <a:latin typeface="Calibri"/>
                <a:ea typeface="Calibri"/>
                <a:cs typeface="Calibri"/>
                <a:sym typeface="Calibri"/>
              </a:defRPr>
            </a:lvl2pPr>
            <a:lvl3pPr indent="-317500" lvl="2" marL="1371600">
              <a:spcBef>
                <a:spcPts val="0"/>
              </a:spcBef>
              <a:spcAft>
                <a:spcPts val="0"/>
              </a:spcAft>
              <a:buSzPts val="1400"/>
              <a:buFont typeface="Calibri"/>
              <a:buChar char="■"/>
              <a:defRPr>
                <a:latin typeface="Calibri"/>
                <a:ea typeface="Calibri"/>
                <a:cs typeface="Calibri"/>
                <a:sym typeface="Calibri"/>
              </a:defRPr>
            </a:lvl3pPr>
            <a:lvl4pPr indent="-317500" lvl="3" marL="1828800">
              <a:spcBef>
                <a:spcPts val="0"/>
              </a:spcBef>
              <a:spcAft>
                <a:spcPts val="0"/>
              </a:spcAft>
              <a:buSzPts val="1400"/>
              <a:buFont typeface="Calibri"/>
              <a:buChar char="●"/>
              <a:defRPr>
                <a:latin typeface="Calibri"/>
                <a:ea typeface="Calibri"/>
                <a:cs typeface="Calibri"/>
                <a:sym typeface="Calibri"/>
              </a:defRPr>
            </a:lvl4pPr>
            <a:lvl5pPr indent="-317500" lvl="4" marL="2286000">
              <a:spcBef>
                <a:spcPts val="0"/>
              </a:spcBef>
              <a:spcAft>
                <a:spcPts val="0"/>
              </a:spcAft>
              <a:buSzPts val="1400"/>
              <a:buFont typeface="Calibri"/>
              <a:buChar char="○"/>
              <a:defRPr>
                <a:latin typeface="Calibri"/>
                <a:ea typeface="Calibri"/>
                <a:cs typeface="Calibri"/>
                <a:sym typeface="Calibri"/>
              </a:defRPr>
            </a:lvl5pPr>
            <a:lvl6pPr indent="-317500" lvl="5" marL="2743200">
              <a:spcBef>
                <a:spcPts val="0"/>
              </a:spcBef>
              <a:spcAft>
                <a:spcPts val="0"/>
              </a:spcAft>
              <a:buSzPts val="1400"/>
              <a:buFont typeface="Calibri"/>
              <a:buChar char="■"/>
              <a:defRPr>
                <a:latin typeface="Calibri"/>
                <a:ea typeface="Calibri"/>
                <a:cs typeface="Calibri"/>
                <a:sym typeface="Calibri"/>
              </a:defRPr>
            </a:lvl6pPr>
            <a:lvl7pPr indent="-317500" lvl="6" marL="3200400">
              <a:spcBef>
                <a:spcPts val="0"/>
              </a:spcBef>
              <a:spcAft>
                <a:spcPts val="0"/>
              </a:spcAft>
              <a:buSzPts val="1400"/>
              <a:buFont typeface="Calibri"/>
              <a:buChar char="●"/>
              <a:defRPr>
                <a:latin typeface="Calibri"/>
                <a:ea typeface="Calibri"/>
                <a:cs typeface="Calibri"/>
                <a:sym typeface="Calibri"/>
              </a:defRPr>
            </a:lvl7pPr>
            <a:lvl8pPr indent="-317500" lvl="7" marL="3657600">
              <a:spcBef>
                <a:spcPts val="0"/>
              </a:spcBef>
              <a:spcAft>
                <a:spcPts val="0"/>
              </a:spcAft>
              <a:buSzPts val="1400"/>
              <a:buFont typeface="Calibri"/>
              <a:buChar char="○"/>
              <a:defRPr>
                <a:latin typeface="Calibri"/>
                <a:ea typeface="Calibri"/>
                <a:cs typeface="Calibri"/>
                <a:sym typeface="Calibri"/>
              </a:defRPr>
            </a:lvl8pPr>
            <a:lvl9pPr indent="-317500" lvl="8" marL="4114800">
              <a:spcBef>
                <a:spcPts val="0"/>
              </a:spcBef>
              <a:spcAft>
                <a:spcPts val="0"/>
              </a:spcAft>
              <a:buSzPts val="1400"/>
              <a:buFont typeface="Calibri"/>
              <a:buChar char="■"/>
              <a:defRPr>
                <a:latin typeface="Calibri"/>
                <a:ea typeface="Calibri"/>
                <a:cs typeface="Calibri"/>
                <a:sym typeface="Calibri"/>
              </a:defRPr>
            </a:lvl9pPr>
          </a:lstStyle>
          <a:p/>
        </p:txBody>
      </p:sp>
      <p:sp>
        <p:nvSpPr>
          <p:cNvPr id="19" name="Google Shape;19;p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atin typeface="Calibri"/>
                <a:ea typeface="Calibri"/>
                <a:cs typeface="Calibri"/>
                <a:sym typeface="Calibri"/>
              </a:defRPr>
            </a:lvl1pPr>
            <a:lvl2pPr lvl="1">
              <a:buNone/>
              <a:defRPr>
                <a:latin typeface="Calibri"/>
                <a:ea typeface="Calibri"/>
                <a:cs typeface="Calibri"/>
                <a:sym typeface="Calibri"/>
              </a:defRPr>
            </a:lvl2pPr>
            <a:lvl3pPr lvl="2">
              <a:buNone/>
              <a:defRPr>
                <a:latin typeface="Calibri"/>
                <a:ea typeface="Calibri"/>
                <a:cs typeface="Calibri"/>
                <a:sym typeface="Calibri"/>
              </a:defRPr>
            </a:lvl3pPr>
            <a:lvl4pPr lvl="3">
              <a:buNone/>
              <a:defRPr>
                <a:latin typeface="Calibri"/>
                <a:ea typeface="Calibri"/>
                <a:cs typeface="Calibri"/>
                <a:sym typeface="Calibri"/>
              </a:defRPr>
            </a:lvl4pPr>
            <a:lvl5pPr lvl="4">
              <a:buNone/>
              <a:defRPr>
                <a:latin typeface="Calibri"/>
                <a:ea typeface="Calibri"/>
                <a:cs typeface="Calibri"/>
                <a:sym typeface="Calibri"/>
              </a:defRPr>
            </a:lvl5pPr>
            <a:lvl6pPr lvl="5">
              <a:buNone/>
              <a:defRPr>
                <a:latin typeface="Calibri"/>
                <a:ea typeface="Calibri"/>
                <a:cs typeface="Calibri"/>
                <a:sym typeface="Calibri"/>
              </a:defRPr>
            </a:lvl6pPr>
            <a:lvl7pPr lvl="6">
              <a:buNone/>
              <a:defRPr>
                <a:latin typeface="Calibri"/>
                <a:ea typeface="Calibri"/>
                <a:cs typeface="Calibri"/>
                <a:sym typeface="Calibri"/>
              </a:defRPr>
            </a:lvl7pPr>
            <a:lvl8pPr lvl="7">
              <a:buNone/>
              <a:defRPr>
                <a:latin typeface="Calibri"/>
                <a:ea typeface="Calibri"/>
                <a:cs typeface="Calibri"/>
                <a:sym typeface="Calibri"/>
              </a:defRPr>
            </a:lvl8pPr>
            <a:lvl9pPr lvl="8">
              <a:buNone/>
              <a:defRPr>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Font typeface="Calibri"/>
              <a:buNone/>
              <a:defRPr>
                <a:latin typeface="Calibri"/>
                <a:ea typeface="Calibri"/>
                <a:cs typeface="Calibri"/>
                <a:sym typeface="Calibri"/>
              </a:defRPr>
            </a:lvl1pPr>
            <a:lvl2pPr lvl="1">
              <a:spcBef>
                <a:spcPts val="0"/>
              </a:spcBef>
              <a:spcAft>
                <a:spcPts val="0"/>
              </a:spcAft>
              <a:buSzPts val="2800"/>
              <a:buFont typeface="Calibri"/>
              <a:buNone/>
              <a:defRPr>
                <a:latin typeface="Calibri"/>
                <a:ea typeface="Calibri"/>
                <a:cs typeface="Calibri"/>
                <a:sym typeface="Calibri"/>
              </a:defRPr>
            </a:lvl2pPr>
            <a:lvl3pPr lvl="2">
              <a:spcBef>
                <a:spcPts val="0"/>
              </a:spcBef>
              <a:spcAft>
                <a:spcPts val="0"/>
              </a:spcAft>
              <a:buSzPts val="2800"/>
              <a:buFont typeface="Calibri"/>
              <a:buNone/>
              <a:defRPr>
                <a:latin typeface="Calibri"/>
                <a:ea typeface="Calibri"/>
                <a:cs typeface="Calibri"/>
                <a:sym typeface="Calibri"/>
              </a:defRPr>
            </a:lvl3pPr>
            <a:lvl4pPr lvl="3">
              <a:spcBef>
                <a:spcPts val="0"/>
              </a:spcBef>
              <a:spcAft>
                <a:spcPts val="0"/>
              </a:spcAft>
              <a:buSzPts val="2800"/>
              <a:buFont typeface="Calibri"/>
              <a:buNone/>
              <a:defRPr>
                <a:latin typeface="Calibri"/>
                <a:ea typeface="Calibri"/>
                <a:cs typeface="Calibri"/>
                <a:sym typeface="Calibri"/>
              </a:defRPr>
            </a:lvl4pPr>
            <a:lvl5pPr lvl="4">
              <a:spcBef>
                <a:spcPts val="0"/>
              </a:spcBef>
              <a:spcAft>
                <a:spcPts val="0"/>
              </a:spcAft>
              <a:buSzPts val="2800"/>
              <a:buFont typeface="Calibri"/>
              <a:buNone/>
              <a:defRPr>
                <a:latin typeface="Calibri"/>
                <a:ea typeface="Calibri"/>
                <a:cs typeface="Calibri"/>
                <a:sym typeface="Calibri"/>
              </a:defRPr>
            </a:lvl5pPr>
            <a:lvl6pPr lvl="5">
              <a:spcBef>
                <a:spcPts val="0"/>
              </a:spcBef>
              <a:spcAft>
                <a:spcPts val="0"/>
              </a:spcAft>
              <a:buSzPts val="2800"/>
              <a:buFont typeface="Calibri"/>
              <a:buNone/>
              <a:defRPr>
                <a:latin typeface="Calibri"/>
                <a:ea typeface="Calibri"/>
                <a:cs typeface="Calibri"/>
                <a:sym typeface="Calibri"/>
              </a:defRPr>
            </a:lvl6pPr>
            <a:lvl7pPr lvl="6">
              <a:spcBef>
                <a:spcPts val="0"/>
              </a:spcBef>
              <a:spcAft>
                <a:spcPts val="0"/>
              </a:spcAft>
              <a:buSzPts val="2800"/>
              <a:buFont typeface="Calibri"/>
              <a:buNone/>
              <a:defRPr>
                <a:latin typeface="Calibri"/>
                <a:ea typeface="Calibri"/>
                <a:cs typeface="Calibri"/>
                <a:sym typeface="Calibri"/>
              </a:defRPr>
            </a:lvl7pPr>
            <a:lvl8pPr lvl="7">
              <a:spcBef>
                <a:spcPts val="0"/>
              </a:spcBef>
              <a:spcAft>
                <a:spcPts val="0"/>
              </a:spcAft>
              <a:buSzPts val="2800"/>
              <a:buFont typeface="Calibri"/>
              <a:buNone/>
              <a:defRPr>
                <a:latin typeface="Calibri"/>
                <a:ea typeface="Calibri"/>
                <a:cs typeface="Calibri"/>
                <a:sym typeface="Calibri"/>
              </a:defRPr>
            </a:lvl8pPr>
            <a:lvl9pPr lvl="8">
              <a:spcBef>
                <a:spcPts val="0"/>
              </a:spcBef>
              <a:spcAft>
                <a:spcPts val="0"/>
              </a:spcAft>
              <a:buSzPts val="2800"/>
              <a:buFont typeface="Calibri"/>
              <a:buNone/>
              <a:defRPr>
                <a:latin typeface="Calibri"/>
                <a:ea typeface="Calibri"/>
                <a:cs typeface="Calibri"/>
                <a:sym typeface="Calibri"/>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Font typeface="Calibri"/>
              <a:buChar char="●"/>
              <a:defRPr sz="1400">
                <a:latin typeface="Calibri"/>
                <a:ea typeface="Calibri"/>
                <a:cs typeface="Calibri"/>
                <a:sym typeface="Calibri"/>
              </a:defRPr>
            </a:lvl1pPr>
            <a:lvl2pPr indent="-304800" lvl="1" marL="914400">
              <a:spcBef>
                <a:spcPts val="0"/>
              </a:spcBef>
              <a:spcAft>
                <a:spcPts val="0"/>
              </a:spcAft>
              <a:buSzPts val="1200"/>
              <a:buFont typeface="Calibri"/>
              <a:buChar char="○"/>
              <a:defRPr sz="1200">
                <a:latin typeface="Calibri"/>
                <a:ea typeface="Calibri"/>
                <a:cs typeface="Calibri"/>
                <a:sym typeface="Calibri"/>
              </a:defRPr>
            </a:lvl2pPr>
            <a:lvl3pPr indent="-304800" lvl="2" marL="1371600">
              <a:spcBef>
                <a:spcPts val="0"/>
              </a:spcBef>
              <a:spcAft>
                <a:spcPts val="0"/>
              </a:spcAft>
              <a:buSzPts val="1200"/>
              <a:buFont typeface="Calibri"/>
              <a:buChar char="■"/>
              <a:defRPr sz="1200">
                <a:latin typeface="Calibri"/>
                <a:ea typeface="Calibri"/>
                <a:cs typeface="Calibri"/>
                <a:sym typeface="Calibri"/>
              </a:defRPr>
            </a:lvl3pPr>
            <a:lvl4pPr indent="-304800" lvl="3" marL="1828800">
              <a:spcBef>
                <a:spcPts val="0"/>
              </a:spcBef>
              <a:spcAft>
                <a:spcPts val="0"/>
              </a:spcAft>
              <a:buSzPts val="1200"/>
              <a:buFont typeface="Calibri"/>
              <a:buChar char="●"/>
              <a:defRPr sz="1200">
                <a:latin typeface="Calibri"/>
                <a:ea typeface="Calibri"/>
                <a:cs typeface="Calibri"/>
                <a:sym typeface="Calibri"/>
              </a:defRPr>
            </a:lvl4pPr>
            <a:lvl5pPr indent="-304800" lvl="4" marL="2286000">
              <a:spcBef>
                <a:spcPts val="0"/>
              </a:spcBef>
              <a:spcAft>
                <a:spcPts val="0"/>
              </a:spcAft>
              <a:buSzPts val="1200"/>
              <a:buFont typeface="Calibri"/>
              <a:buChar char="○"/>
              <a:defRPr sz="1200">
                <a:latin typeface="Calibri"/>
                <a:ea typeface="Calibri"/>
                <a:cs typeface="Calibri"/>
                <a:sym typeface="Calibri"/>
              </a:defRPr>
            </a:lvl5pPr>
            <a:lvl6pPr indent="-304800" lvl="5" marL="2743200">
              <a:spcBef>
                <a:spcPts val="0"/>
              </a:spcBef>
              <a:spcAft>
                <a:spcPts val="0"/>
              </a:spcAft>
              <a:buSzPts val="1200"/>
              <a:buFont typeface="Calibri"/>
              <a:buChar char="■"/>
              <a:defRPr sz="1200">
                <a:latin typeface="Calibri"/>
                <a:ea typeface="Calibri"/>
                <a:cs typeface="Calibri"/>
                <a:sym typeface="Calibri"/>
              </a:defRPr>
            </a:lvl6pPr>
            <a:lvl7pPr indent="-304800" lvl="6" marL="3200400">
              <a:spcBef>
                <a:spcPts val="0"/>
              </a:spcBef>
              <a:spcAft>
                <a:spcPts val="0"/>
              </a:spcAft>
              <a:buSzPts val="1200"/>
              <a:buFont typeface="Calibri"/>
              <a:buChar char="●"/>
              <a:defRPr sz="1200">
                <a:latin typeface="Calibri"/>
                <a:ea typeface="Calibri"/>
                <a:cs typeface="Calibri"/>
                <a:sym typeface="Calibri"/>
              </a:defRPr>
            </a:lvl7pPr>
            <a:lvl8pPr indent="-304800" lvl="7" marL="3657600">
              <a:spcBef>
                <a:spcPts val="0"/>
              </a:spcBef>
              <a:spcAft>
                <a:spcPts val="0"/>
              </a:spcAft>
              <a:buSzPts val="1200"/>
              <a:buFont typeface="Calibri"/>
              <a:buChar char="○"/>
              <a:defRPr sz="1200">
                <a:latin typeface="Calibri"/>
                <a:ea typeface="Calibri"/>
                <a:cs typeface="Calibri"/>
                <a:sym typeface="Calibri"/>
              </a:defRPr>
            </a:lvl8pPr>
            <a:lvl9pPr indent="-304800" lvl="8" marL="4114800">
              <a:spcBef>
                <a:spcPts val="0"/>
              </a:spcBef>
              <a:spcAft>
                <a:spcPts val="0"/>
              </a:spcAft>
              <a:buSzPts val="1200"/>
              <a:buFont typeface="Calibri"/>
              <a:buChar char="■"/>
              <a:defRPr sz="1200">
                <a:latin typeface="Calibri"/>
                <a:ea typeface="Calibri"/>
                <a:cs typeface="Calibri"/>
                <a:sym typeface="Calibri"/>
              </a:defRPr>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Font typeface="Calibri"/>
              <a:buChar char="●"/>
              <a:defRPr sz="1400">
                <a:latin typeface="Calibri"/>
                <a:ea typeface="Calibri"/>
                <a:cs typeface="Calibri"/>
                <a:sym typeface="Calibri"/>
              </a:defRPr>
            </a:lvl1pPr>
            <a:lvl2pPr indent="-304800" lvl="1" marL="914400">
              <a:spcBef>
                <a:spcPts val="0"/>
              </a:spcBef>
              <a:spcAft>
                <a:spcPts val="0"/>
              </a:spcAft>
              <a:buSzPts val="1200"/>
              <a:buFont typeface="Calibri"/>
              <a:buChar char="○"/>
              <a:defRPr sz="1200">
                <a:latin typeface="Calibri"/>
                <a:ea typeface="Calibri"/>
                <a:cs typeface="Calibri"/>
                <a:sym typeface="Calibri"/>
              </a:defRPr>
            </a:lvl2pPr>
            <a:lvl3pPr indent="-304800" lvl="2" marL="1371600">
              <a:spcBef>
                <a:spcPts val="0"/>
              </a:spcBef>
              <a:spcAft>
                <a:spcPts val="0"/>
              </a:spcAft>
              <a:buSzPts val="1200"/>
              <a:buFont typeface="Calibri"/>
              <a:buChar char="■"/>
              <a:defRPr sz="1200">
                <a:latin typeface="Calibri"/>
                <a:ea typeface="Calibri"/>
                <a:cs typeface="Calibri"/>
                <a:sym typeface="Calibri"/>
              </a:defRPr>
            </a:lvl3pPr>
            <a:lvl4pPr indent="-304800" lvl="3" marL="1828800">
              <a:spcBef>
                <a:spcPts val="0"/>
              </a:spcBef>
              <a:spcAft>
                <a:spcPts val="0"/>
              </a:spcAft>
              <a:buSzPts val="1200"/>
              <a:buFont typeface="Calibri"/>
              <a:buChar char="●"/>
              <a:defRPr sz="1200">
                <a:latin typeface="Calibri"/>
                <a:ea typeface="Calibri"/>
                <a:cs typeface="Calibri"/>
                <a:sym typeface="Calibri"/>
              </a:defRPr>
            </a:lvl4pPr>
            <a:lvl5pPr indent="-304800" lvl="4" marL="2286000">
              <a:spcBef>
                <a:spcPts val="0"/>
              </a:spcBef>
              <a:spcAft>
                <a:spcPts val="0"/>
              </a:spcAft>
              <a:buSzPts val="1200"/>
              <a:buFont typeface="Calibri"/>
              <a:buChar char="○"/>
              <a:defRPr sz="1200">
                <a:latin typeface="Calibri"/>
                <a:ea typeface="Calibri"/>
                <a:cs typeface="Calibri"/>
                <a:sym typeface="Calibri"/>
              </a:defRPr>
            </a:lvl5pPr>
            <a:lvl6pPr indent="-304800" lvl="5" marL="2743200">
              <a:spcBef>
                <a:spcPts val="0"/>
              </a:spcBef>
              <a:spcAft>
                <a:spcPts val="0"/>
              </a:spcAft>
              <a:buSzPts val="1200"/>
              <a:buFont typeface="Calibri"/>
              <a:buChar char="■"/>
              <a:defRPr sz="1200">
                <a:latin typeface="Calibri"/>
                <a:ea typeface="Calibri"/>
                <a:cs typeface="Calibri"/>
                <a:sym typeface="Calibri"/>
              </a:defRPr>
            </a:lvl6pPr>
            <a:lvl7pPr indent="-304800" lvl="6" marL="3200400">
              <a:spcBef>
                <a:spcPts val="0"/>
              </a:spcBef>
              <a:spcAft>
                <a:spcPts val="0"/>
              </a:spcAft>
              <a:buSzPts val="1200"/>
              <a:buFont typeface="Calibri"/>
              <a:buChar char="●"/>
              <a:defRPr sz="1200">
                <a:latin typeface="Calibri"/>
                <a:ea typeface="Calibri"/>
                <a:cs typeface="Calibri"/>
                <a:sym typeface="Calibri"/>
              </a:defRPr>
            </a:lvl7pPr>
            <a:lvl8pPr indent="-304800" lvl="7" marL="3657600">
              <a:spcBef>
                <a:spcPts val="0"/>
              </a:spcBef>
              <a:spcAft>
                <a:spcPts val="0"/>
              </a:spcAft>
              <a:buSzPts val="1200"/>
              <a:buFont typeface="Calibri"/>
              <a:buChar char="○"/>
              <a:defRPr sz="1200">
                <a:latin typeface="Calibri"/>
                <a:ea typeface="Calibri"/>
                <a:cs typeface="Calibri"/>
                <a:sym typeface="Calibri"/>
              </a:defRPr>
            </a:lvl8pPr>
            <a:lvl9pPr indent="-304800" lvl="8" marL="4114800">
              <a:spcBef>
                <a:spcPts val="0"/>
              </a:spcBef>
              <a:spcAft>
                <a:spcPts val="0"/>
              </a:spcAft>
              <a:buSzPts val="1200"/>
              <a:buFont typeface="Calibri"/>
              <a:buChar char="■"/>
              <a:defRPr sz="1200">
                <a:latin typeface="Calibri"/>
                <a:ea typeface="Calibri"/>
                <a:cs typeface="Calibri"/>
                <a:sym typeface="Calibri"/>
              </a:defRPr>
            </a:lvl9pPr>
          </a:lstStyle>
          <a:p/>
        </p:txBody>
      </p:sp>
      <p:sp>
        <p:nvSpPr>
          <p:cNvPr id="24" name="Google Shape;24;p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atin typeface="Calibri"/>
                <a:ea typeface="Calibri"/>
                <a:cs typeface="Calibri"/>
                <a:sym typeface="Calibri"/>
              </a:defRPr>
            </a:lvl1pPr>
            <a:lvl2pPr lvl="1">
              <a:buNone/>
              <a:defRPr>
                <a:latin typeface="Calibri"/>
                <a:ea typeface="Calibri"/>
                <a:cs typeface="Calibri"/>
                <a:sym typeface="Calibri"/>
              </a:defRPr>
            </a:lvl2pPr>
            <a:lvl3pPr lvl="2">
              <a:buNone/>
              <a:defRPr>
                <a:latin typeface="Calibri"/>
                <a:ea typeface="Calibri"/>
                <a:cs typeface="Calibri"/>
                <a:sym typeface="Calibri"/>
              </a:defRPr>
            </a:lvl3pPr>
            <a:lvl4pPr lvl="3">
              <a:buNone/>
              <a:defRPr>
                <a:latin typeface="Calibri"/>
                <a:ea typeface="Calibri"/>
                <a:cs typeface="Calibri"/>
                <a:sym typeface="Calibri"/>
              </a:defRPr>
            </a:lvl4pPr>
            <a:lvl5pPr lvl="4">
              <a:buNone/>
              <a:defRPr>
                <a:latin typeface="Calibri"/>
                <a:ea typeface="Calibri"/>
                <a:cs typeface="Calibri"/>
                <a:sym typeface="Calibri"/>
              </a:defRPr>
            </a:lvl5pPr>
            <a:lvl6pPr lvl="5">
              <a:buNone/>
              <a:defRPr>
                <a:latin typeface="Calibri"/>
                <a:ea typeface="Calibri"/>
                <a:cs typeface="Calibri"/>
                <a:sym typeface="Calibri"/>
              </a:defRPr>
            </a:lvl6pPr>
            <a:lvl7pPr lvl="6">
              <a:buNone/>
              <a:defRPr>
                <a:latin typeface="Calibri"/>
                <a:ea typeface="Calibri"/>
                <a:cs typeface="Calibri"/>
                <a:sym typeface="Calibri"/>
              </a:defRPr>
            </a:lvl7pPr>
            <a:lvl8pPr lvl="7">
              <a:buNone/>
              <a:defRPr>
                <a:latin typeface="Calibri"/>
                <a:ea typeface="Calibri"/>
                <a:cs typeface="Calibri"/>
                <a:sym typeface="Calibri"/>
              </a:defRPr>
            </a:lvl8pPr>
            <a:lvl9pPr lvl="8">
              <a:buNone/>
              <a:defRPr>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Font typeface="Calibri"/>
              <a:buNone/>
              <a:defRPr>
                <a:latin typeface="Calibri"/>
                <a:ea typeface="Calibri"/>
                <a:cs typeface="Calibri"/>
                <a:sym typeface="Calibri"/>
              </a:defRPr>
            </a:lvl1pPr>
            <a:lvl2pPr lvl="1">
              <a:spcBef>
                <a:spcPts val="0"/>
              </a:spcBef>
              <a:spcAft>
                <a:spcPts val="0"/>
              </a:spcAft>
              <a:buSzPts val="2800"/>
              <a:buFont typeface="Calibri"/>
              <a:buNone/>
              <a:defRPr>
                <a:latin typeface="Calibri"/>
                <a:ea typeface="Calibri"/>
                <a:cs typeface="Calibri"/>
                <a:sym typeface="Calibri"/>
              </a:defRPr>
            </a:lvl2pPr>
            <a:lvl3pPr lvl="2">
              <a:spcBef>
                <a:spcPts val="0"/>
              </a:spcBef>
              <a:spcAft>
                <a:spcPts val="0"/>
              </a:spcAft>
              <a:buSzPts val="2800"/>
              <a:buFont typeface="Calibri"/>
              <a:buNone/>
              <a:defRPr>
                <a:latin typeface="Calibri"/>
                <a:ea typeface="Calibri"/>
                <a:cs typeface="Calibri"/>
                <a:sym typeface="Calibri"/>
              </a:defRPr>
            </a:lvl3pPr>
            <a:lvl4pPr lvl="3">
              <a:spcBef>
                <a:spcPts val="0"/>
              </a:spcBef>
              <a:spcAft>
                <a:spcPts val="0"/>
              </a:spcAft>
              <a:buSzPts val="2800"/>
              <a:buFont typeface="Calibri"/>
              <a:buNone/>
              <a:defRPr>
                <a:latin typeface="Calibri"/>
                <a:ea typeface="Calibri"/>
                <a:cs typeface="Calibri"/>
                <a:sym typeface="Calibri"/>
              </a:defRPr>
            </a:lvl4pPr>
            <a:lvl5pPr lvl="4">
              <a:spcBef>
                <a:spcPts val="0"/>
              </a:spcBef>
              <a:spcAft>
                <a:spcPts val="0"/>
              </a:spcAft>
              <a:buSzPts val="2800"/>
              <a:buFont typeface="Calibri"/>
              <a:buNone/>
              <a:defRPr>
                <a:latin typeface="Calibri"/>
                <a:ea typeface="Calibri"/>
                <a:cs typeface="Calibri"/>
                <a:sym typeface="Calibri"/>
              </a:defRPr>
            </a:lvl5pPr>
            <a:lvl6pPr lvl="5">
              <a:spcBef>
                <a:spcPts val="0"/>
              </a:spcBef>
              <a:spcAft>
                <a:spcPts val="0"/>
              </a:spcAft>
              <a:buSzPts val="2800"/>
              <a:buFont typeface="Calibri"/>
              <a:buNone/>
              <a:defRPr>
                <a:latin typeface="Calibri"/>
                <a:ea typeface="Calibri"/>
                <a:cs typeface="Calibri"/>
                <a:sym typeface="Calibri"/>
              </a:defRPr>
            </a:lvl6pPr>
            <a:lvl7pPr lvl="6">
              <a:spcBef>
                <a:spcPts val="0"/>
              </a:spcBef>
              <a:spcAft>
                <a:spcPts val="0"/>
              </a:spcAft>
              <a:buSzPts val="2800"/>
              <a:buFont typeface="Calibri"/>
              <a:buNone/>
              <a:defRPr>
                <a:latin typeface="Calibri"/>
                <a:ea typeface="Calibri"/>
                <a:cs typeface="Calibri"/>
                <a:sym typeface="Calibri"/>
              </a:defRPr>
            </a:lvl7pPr>
            <a:lvl8pPr lvl="7">
              <a:spcBef>
                <a:spcPts val="0"/>
              </a:spcBef>
              <a:spcAft>
                <a:spcPts val="0"/>
              </a:spcAft>
              <a:buSzPts val="2800"/>
              <a:buFont typeface="Calibri"/>
              <a:buNone/>
              <a:defRPr>
                <a:latin typeface="Calibri"/>
                <a:ea typeface="Calibri"/>
                <a:cs typeface="Calibri"/>
                <a:sym typeface="Calibri"/>
              </a:defRPr>
            </a:lvl8pPr>
            <a:lvl9pPr lvl="8">
              <a:spcBef>
                <a:spcPts val="0"/>
              </a:spcBef>
              <a:spcAft>
                <a:spcPts val="0"/>
              </a:spcAft>
              <a:buSzPts val="2800"/>
              <a:buFont typeface="Calibri"/>
              <a:buNone/>
              <a:defRPr>
                <a:latin typeface="Calibri"/>
                <a:ea typeface="Calibri"/>
                <a:cs typeface="Calibri"/>
                <a:sym typeface="Calibri"/>
              </a:defRPr>
            </a:lvl9pPr>
          </a:lstStyle>
          <a:p/>
        </p:txBody>
      </p:sp>
      <p:sp>
        <p:nvSpPr>
          <p:cNvPr id="27" name="Google Shape;27;p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atin typeface="Calibri"/>
                <a:ea typeface="Calibri"/>
                <a:cs typeface="Calibri"/>
                <a:sym typeface="Calibri"/>
              </a:defRPr>
            </a:lvl1pPr>
            <a:lvl2pPr lvl="1">
              <a:buNone/>
              <a:defRPr>
                <a:latin typeface="Calibri"/>
                <a:ea typeface="Calibri"/>
                <a:cs typeface="Calibri"/>
                <a:sym typeface="Calibri"/>
              </a:defRPr>
            </a:lvl2pPr>
            <a:lvl3pPr lvl="2">
              <a:buNone/>
              <a:defRPr>
                <a:latin typeface="Calibri"/>
                <a:ea typeface="Calibri"/>
                <a:cs typeface="Calibri"/>
                <a:sym typeface="Calibri"/>
              </a:defRPr>
            </a:lvl3pPr>
            <a:lvl4pPr lvl="3">
              <a:buNone/>
              <a:defRPr>
                <a:latin typeface="Calibri"/>
                <a:ea typeface="Calibri"/>
                <a:cs typeface="Calibri"/>
                <a:sym typeface="Calibri"/>
              </a:defRPr>
            </a:lvl4pPr>
            <a:lvl5pPr lvl="4">
              <a:buNone/>
              <a:defRPr>
                <a:latin typeface="Calibri"/>
                <a:ea typeface="Calibri"/>
                <a:cs typeface="Calibri"/>
                <a:sym typeface="Calibri"/>
              </a:defRPr>
            </a:lvl5pPr>
            <a:lvl6pPr lvl="5">
              <a:buNone/>
              <a:defRPr>
                <a:latin typeface="Calibri"/>
                <a:ea typeface="Calibri"/>
                <a:cs typeface="Calibri"/>
                <a:sym typeface="Calibri"/>
              </a:defRPr>
            </a:lvl6pPr>
            <a:lvl7pPr lvl="6">
              <a:buNone/>
              <a:defRPr>
                <a:latin typeface="Calibri"/>
                <a:ea typeface="Calibri"/>
                <a:cs typeface="Calibri"/>
                <a:sym typeface="Calibri"/>
              </a:defRPr>
            </a:lvl7pPr>
            <a:lvl8pPr lvl="7">
              <a:buNone/>
              <a:defRPr>
                <a:latin typeface="Calibri"/>
                <a:ea typeface="Calibri"/>
                <a:cs typeface="Calibri"/>
                <a:sym typeface="Calibri"/>
              </a:defRPr>
            </a:lvl8pPr>
            <a:lvl9pPr lvl="8">
              <a:buNone/>
              <a:defRPr>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sp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sp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3" name="Google Shape;53;p13"/>
          <p:cNvSpPr txBox="1"/>
          <p:nvPr>
            <p:ph idx="10" type="dt"/>
          </p:nvPr>
        </p:nvSpPr>
        <p:spPr>
          <a:xfrm>
            <a:off x="457200" y="4767262"/>
            <a:ext cx="2133600" cy="274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124200" y="4767262"/>
            <a:ext cx="2895600" cy="274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oogle.github.io/eng-practices/review/reviewer/" TargetMode="External"/><Relationship Id="rId4" Type="http://schemas.openxmlformats.org/officeDocument/2006/relationships/hyperlink" Target="https://ocw.mit.edu/ans7870/6/6.005/s16/classes/04-code-review/" TargetMode="External"/><Relationship Id="rId5" Type="http://schemas.openxmlformats.org/officeDocument/2006/relationships/hyperlink" Target="https://medium.com/@sandya.sankarram/unlearning-toxic-behaviors-in-a-code-review-culture-b7c295452a3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google.github.io/eng-practices/review/reviewer/standard.html" TargetMode="External"/><Relationship Id="rId4" Type="http://schemas.openxmlformats.org/officeDocument/2006/relationships/hyperlink" Target="https://google.github.io/eng-practices/review/reviewer/looking-for.html" TargetMode="External"/><Relationship Id="rId5" Type="http://schemas.openxmlformats.org/officeDocument/2006/relationships/hyperlink" Target="https://google.github.io/eng-practices/review/developer/handling-comments.html" TargetMode="External"/><Relationship Id="rId6" Type="http://schemas.openxmlformats.org/officeDocument/2006/relationships/hyperlink" Target="https://google.github.io/eng-practices/review/reviewer/comments.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github.com/All-Hands-AI/OpenHands/pull/455" TargetMode="External"/><Relationship Id="rId4" Type="http://schemas.openxmlformats.org/officeDocument/2006/relationships/hyperlink" Target="https://github.com/neovim/neovim/pull/30658" TargetMode="External"/><Relationship Id="rId5" Type="http://schemas.openxmlformats.org/officeDocument/2006/relationships/hyperlink" Target="https://github.com/twbs/bootstrap/issues/39935"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github.com/minio/minio/issues/20346" TargetMode="External"/><Relationship Id="rId4" Type="http://schemas.openxmlformats.org/officeDocument/2006/relationships/hyperlink" Target="https://github.com/kovidgoyal/kitty/issues/7749" TargetMode="External"/><Relationship Id="rId5" Type="http://schemas.openxmlformats.org/officeDocument/2006/relationships/hyperlink" Target="https://github.com/alacritty/alacritty/pull/7610" TargetMode="External"/><Relationship Id="rId6" Type="http://schemas.openxmlformats.org/officeDocument/2006/relationships/hyperlink" Target="https://github.com/pbatard/rufus/pull/255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8" y="744575"/>
            <a:ext cx="8520600" cy="9852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a:t>Lecture 7 - Code Review</a:t>
            </a:r>
            <a:endParaRPr/>
          </a:p>
        </p:txBody>
      </p:sp>
      <p:sp>
        <p:nvSpPr>
          <p:cNvPr id="60" name="Google Shape;60;p14"/>
          <p:cNvSpPr txBox="1"/>
          <p:nvPr>
            <p:ph idx="1" type="subTitle"/>
          </p:nvPr>
        </p:nvSpPr>
        <p:spPr>
          <a:xfrm>
            <a:off x="311700" y="2834125"/>
            <a:ext cx="8520600" cy="6156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Mia Mohammad Imran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Code Review - Today’s Agenda</a:t>
            </a:r>
            <a:endParaRPr/>
          </a:p>
        </p:txBody>
      </p:sp>
      <p:sp>
        <p:nvSpPr>
          <p:cNvPr id="66" name="Google Shape;66;p15"/>
          <p:cNvSpPr txBox="1"/>
          <p:nvPr>
            <p:ph idx="1" type="body"/>
          </p:nvPr>
        </p:nvSpPr>
        <p:spPr>
          <a:xfrm>
            <a:off x="311700" y="1152475"/>
            <a:ext cx="8520600" cy="12930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What is code review (and why we do it)</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How to do a code review</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Good and bad examples of code review comments</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0" name="Shape 70"/>
        <p:cNvGrpSpPr/>
        <p:nvPr/>
      </p:nvGrpSpPr>
      <p:grpSpPr>
        <a:xfrm>
          <a:off x="0" y="0"/>
          <a:ext cx="0" cy="0"/>
          <a:chOff x="0" y="0"/>
          <a:chExt cx="0" cy="0"/>
        </a:xfrm>
      </p:grpSpPr>
      <p:sp>
        <p:nvSpPr>
          <p:cNvPr id="71" name="Google Shape;71;p16"/>
          <p:cNvSpPr txBox="1"/>
          <p:nvPr/>
        </p:nvSpPr>
        <p:spPr>
          <a:xfrm>
            <a:off x="696750" y="14862"/>
            <a:ext cx="7750500" cy="25551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&gt;</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&gt;</a:t>
            </a:r>
            <a:r>
              <a:rPr i="1" lang="en" sz="1100">
                <a:solidFill>
                  <a:srgbClr val="FFFFFF"/>
                </a:solidFill>
                <a:latin typeface="Courier New"/>
                <a:ea typeface="Courier New"/>
                <a:cs typeface="Courier New"/>
                <a:sym typeface="Courier New"/>
              </a:rPr>
              <a:t> The response is:</a:t>
            </a:r>
            <a:endParaRPr i="1"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&gt;</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&gt;</a:t>
            </a:r>
            <a:r>
              <a:rPr i="1" lang="en" sz="1100">
                <a:solidFill>
                  <a:srgbClr val="FFFFFF"/>
                </a:solidFill>
                <a:latin typeface="Courier New"/>
                <a:ea typeface="Courier New"/>
                <a:cs typeface="Courier New"/>
                <a:sym typeface="Courier New"/>
              </a:rPr>
              <a:t> "Generic terms are generic, not the first user owns them."</a:t>
            </a:r>
            <a:endParaRPr i="1" sz="11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And by "their" you mean Kay Sievers.</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Key, </a:t>
            </a:r>
            <a:r>
              <a:rPr lang="en" sz="1100">
                <a:solidFill>
                  <a:srgbClr val="FFFFFF"/>
                </a:solidFill>
                <a:highlight>
                  <a:srgbClr val="DD7E6B"/>
                </a:highlight>
                <a:latin typeface="Courier New"/>
                <a:ea typeface="Courier New"/>
                <a:cs typeface="Courier New"/>
                <a:sym typeface="Courier New"/>
              </a:rPr>
              <a:t>I'm f*cking tired of the fact that you don't fix problems in the code *you* write</a:t>
            </a:r>
            <a:r>
              <a:rPr lang="en" sz="1100">
                <a:solidFill>
                  <a:srgbClr val="FFFFFF"/>
                </a:solidFill>
                <a:latin typeface="Courier New"/>
                <a:ea typeface="Courier New"/>
                <a:cs typeface="Courier New"/>
                <a:sym typeface="Courier New"/>
              </a:rPr>
              <a:t>, so that the kernel then has to work around the problems you cause.</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Kay - one more time: you caused the problem, you need to fix it. </a:t>
            </a:r>
            <a:r>
              <a:rPr lang="en" sz="1100">
                <a:solidFill>
                  <a:srgbClr val="FFFFFF"/>
                </a:solidFill>
                <a:highlight>
                  <a:srgbClr val="DD7E6B"/>
                </a:highlight>
                <a:latin typeface="Courier New"/>
                <a:ea typeface="Courier New"/>
                <a:cs typeface="Courier New"/>
                <a:sym typeface="Courier New"/>
              </a:rPr>
              <a:t>None of this "I can do whatever I want, others have to clean up after me" crap</a:t>
            </a:r>
            <a:r>
              <a:rPr lang="en" sz="1100">
                <a:solidFill>
                  <a:srgbClr val="FFFFFF"/>
                </a:solidFill>
                <a:latin typeface="Courier New"/>
                <a:ea typeface="Courier New"/>
                <a:cs typeface="Courier New"/>
                <a:sym typeface="Courier New"/>
              </a:rPr>
              <a:t>.</a:t>
            </a:r>
            <a:endParaRPr sz="1100">
              <a:solidFill>
                <a:srgbClr val="FFFFFF"/>
              </a:solidFill>
              <a:latin typeface="Courier New"/>
              <a:ea typeface="Courier New"/>
              <a:cs typeface="Courier New"/>
              <a:sym typeface="Courier New"/>
            </a:endParaRPr>
          </a:p>
        </p:txBody>
      </p:sp>
      <p:sp>
        <p:nvSpPr>
          <p:cNvPr id="72" name="Google Shape;72;p16"/>
          <p:cNvSpPr txBox="1"/>
          <p:nvPr/>
        </p:nvSpPr>
        <p:spPr>
          <a:xfrm>
            <a:off x="696750" y="2785512"/>
            <a:ext cx="7750500" cy="17085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Kay, this needs to be fixed.</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latin typeface="Courier New"/>
                <a:ea typeface="Courier New"/>
                <a:cs typeface="Courier New"/>
                <a:sym typeface="Courier New"/>
              </a:rPr>
              <a:t>Suggested fix: just use the 'seq_printf()' interfaces, which do the proper buffering, and allow any size reads of various packetsized data.</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FFFFFF"/>
                </a:solidFill>
                <a:highlight>
                  <a:srgbClr val="DD7E6B"/>
                </a:highlight>
                <a:latin typeface="Courier New"/>
                <a:ea typeface="Courier New"/>
                <a:cs typeface="Courier New"/>
                <a:sym typeface="Courier New"/>
              </a:rPr>
              <a:t>Of course, I'd also suggest that whoever was the genius who thought it was a good idea to read things ONE F*CKING BYTE AT A TIME with system calls for each each byte should be retroactively aborted. Who the f*ck does idiotic things like that? How did they noty dies as babies, considering that way were likely too stupid to find a tit to suck on?</a:t>
            </a:r>
            <a:endParaRPr sz="1100">
              <a:solidFill>
                <a:srgbClr val="FFFFFF"/>
              </a:solidFill>
              <a:highlight>
                <a:srgbClr val="DD7E6B"/>
              </a:highlight>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6" name="Shape 76"/>
        <p:cNvGrpSpPr/>
        <p:nvPr/>
      </p:nvGrpSpPr>
      <p:grpSpPr>
        <a:xfrm>
          <a:off x="0" y="0"/>
          <a:ext cx="0" cy="0"/>
          <a:chOff x="0" y="0"/>
          <a:chExt cx="0" cy="0"/>
        </a:xfrm>
      </p:grpSpPr>
      <p:sp>
        <p:nvSpPr>
          <p:cNvPr id="77" name="Google Shape;77;p17"/>
          <p:cNvSpPr txBox="1"/>
          <p:nvPr/>
        </p:nvSpPr>
        <p:spPr>
          <a:xfrm>
            <a:off x="696750" y="14862"/>
            <a:ext cx="7750500" cy="4894800"/>
          </a:xfrm>
          <a:prstGeom prst="rect">
            <a:avLst/>
          </a:prstGeom>
          <a:solidFill>
            <a:srgbClr val="0000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FFFFFF"/>
                </a:solidFill>
                <a:latin typeface="Courier New"/>
                <a:ea typeface="Courier New"/>
                <a:cs typeface="Courier New"/>
                <a:sym typeface="Courier New"/>
              </a:rPr>
              <a:t>&gt;</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&gt; RISC-V Patches for the 6.17 Merge Window, Part 1</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No. </a:t>
            </a:r>
            <a:r>
              <a:rPr lang="en" sz="900">
                <a:solidFill>
                  <a:srgbClr val="FFFFFF"/>
                </a:solidFill>
                <a:highlight>
                  <a:srgbClr val="DD7E6B"/>
                </a:highlight>
                <a:latin typeface="Courier New"/>
                <a:ea typeface="Courier New"/>
                <a:cs typeface="Courier New"/>
                <a:sym typeface="Courier New"/>
              </a:rPr>
              <a:t>This is garbage</a:t>
            </a:r>
            <a:r>
              <a:rPr lang="en" sz="900">
                <a:solidFill>
                  <a:srgbClr val="FFFFFF"/>
                </a:solidFill>
                <a:latin typeface="Courier New"/>
                <a:ea typeface="Courier New"/>
                <a:cs typeface="Courier New"/>
                <a:sym typeface="Courier New"/>
              </a:rPr>
              <a:t> and it came in too late. I asked for early pull requests because I'm traveling, and if you can't follow that rule, at least make the pull requests *good*.</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This adds various garbage that isn't RISC-V specific to generic header files.</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highlight>
                  <a:srgbClr val="DD7E6B"/>
                </a:highlight>
                <a:latin typeface="Courier New"/>
                <a:ea typeface="Courier New"/>
                <a:cs typeface="Courier New"/>
                <a:sym typeface="Courier New"/>
              </a:rPr>
              <a:t>And by "garbage" I really mean it. This is stuff that nobody should ever send me, never mind late in a merge window.</a:t>
            </a:r>
            <a:endParaRPr sz="900">
              <a:solidFill>
                <a:srgbClr val="FFFFFF"/>
              </a:solidFill>
              <a:highlight>
                <a:srgbClr val="DD7E6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Like this crazy and pointless make_u32_from_two_u16() "helper".</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highlight>
                  <a:srgbClr val="DD7E6B"/>
                </a:highlight>
                <a:latin typeface="Courier New"/>
                <a:ea typeface="Courier New"/>
                <a:cs typeface="Courier New"/>
                <a:sym typeface="Courier New"/>
              </a:rPr>
              <a:t>That thing makes the world actively a worse place to live. It's useless garbage that makes any user incomprehensible, and actively *WORSE* than not using that stupid "helper".</a:t>
            </a:r>
            <a:endParaRPr sz="900">
              <a:solidFill>
                <a:srgbClr val="FFFFFF"/>
              </a:solidFill>
              <a:highlight>
                <a:srgbClr val="DD7E6B"/>
              </a:highlight>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If you write the code out as "(a &lt;&lt; 16) + b", you know what it does and which is the high word. Maybe you need to add a cast to make sure that 'b' doesn't have high bits that pollutes the end result, so maybe it's not going to be exactly _pretty_, but it's not going to be wrong and incomprehensible either.</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In contrast, if you write make_u32_from_two_u16(a,b) </a:t>
            </a:r>
            <a:r>
              <a:rPr lang="en" sz="900">
                <a:solidFill>
                  <a:srgbClr val="FFFFFF"/>
                </a:solidFill>
                <a:highlight>
                  <a:srgbClr val="DD7E6B"/>
                </a:highlight>
                <a:latin typeface="Courier New"/>
                <a:ea typeface="Courier New"/>
                <a:cs typeface="Courier New"/>
                <a:sym typeface="Courier New"/>
              </a:rPr>
              <a:t>you have not a f%^5ing clue what the word order is.</a:t>
            </a:r>
            <a:r>
              <a:rPr lang="en" sz="900">
                <a:solidFill>
                  <a:srgbClr val="FFFFFF"/>
                </a:solidFill>
                <a:latin typeface="Courier New"/>
                <a:ea typeface="Courier New"/>
                <a:cs typeface="Courier New"/>
                <a:sym typeface="Courier New"/>
              </a:rPr>
              <a:t> IOW, you just made things *WORSE*, and you added that "helper" to a generic non-RISC-V file where people are apparently supposed to use it to make *other* code worse too.</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So no. Things like this need to get bent. It does not go into generic header files, and it damn well does not happen late in the merge window.</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You're on notice: no more late pull requests, and no more garbage outside the RISC-V tree.</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Now, I would *hope* there's no garbage inside the RISC-V parts, but that's your choice. But things in generic headers do not get polluted by crazy stuff. And sending a big pull request the day before the merge window closes in the hope that I'm too busy to care is not a winning strategy.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So you get to try again in 6.18. EARLY in the that merge window. And without the garbage.</a:t>
            </a:r>
            <a:endParaRPr sz="900">
              <a:solidFill>
                <a:srgbClr val="FFFFFF"/>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83F04"/>
        </a:solidFill>
      </p:bgPr>
    </p:bg>
    <p:spTree>
      <p:nvGrpSpPr>
        <p:cNvPr id="81" name="Shape 81"/>
        <p:cNvGrpSpPr/>
        <p:nvPr/>
      </p:nvGrpSpPr>
      <p:grpSpPr>
        <a:xfrm>
          <a:off x="0" y="0"/>
          <a:ext cx="0" cy="0"/>
          <a:chOff x="0" y="0"/>
          <a:chExt cx="0" cy="0"/>
        </a:xfrm>
      </p:grpSpPr>
      <p:sp>
        <p:nvSpPr>
          <p:cNvPr id="82" name="Google Shape;82;p18"/>
          <p:cNvSpPr txBox="1"/>
          <p:nvPr/>
        </p:nvSpPr>
        <p:spPr>
          <a:xfrm>
            <a:off x="696750" y="14862"/>
            <a:ext cx="7750500" cy="503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FFFFFF"/>
                </a:solidFill>
                <a:latin typeface="Courier New"/>
                <a:ea typeface="Courier New"/>
                <a:cs typeface="Courier New"/>
                <a:sym typeface="Courier New"/>
              </a:rPr>
              <a:t>In the beginning was the Word,</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Word was Git,</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All things were made through Git,</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everything was Good, Git Good.</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Git said, "Let there be code," and there was code. And the Git saw that the code was good. And the Git divided the code into branches and commits, and called the branches "development" and the commits "versions." And there was evening and there was morning, the first day.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Git said, "Let there be collaboration among developers," and there was collaboration. And the Git saw that it was good. And the Git created pull requests and merge conflicts, and called them "reviews" and "resolutions." And there was evening and there was morning, the second day.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Git said, "Let there be automation," and there was automation. And the Git saw that it was good. And the Git created scripts and hooks, and called them "workflows" and "triggers." And there was evening and there was morning, the third day.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Git said, "Let there be software," and there was software. And the Git saw that it was good. And the Git blessed the software, saying, "Be fruitful and multiply, and fill the earth, and subdue it; and have dominion over the bugs and the crashes, and over every living thing that moves upon the earth." And there was evening and there was morning, the fourth day.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Git said, "Let there be open-source," and there was open-source. And the Git saw that it was good. And the Git created communities and contributors, and called them "developers" and "maintainers." And there was evening and there was morning, the fifth day.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the Git said, "Let there be updates and enhancements," and there were updates and enhancements. And the Git saw that it was good. And the Git created bug fixes and new features, and called them "patches" and "releases." And there was evening and there was morning, the sixth day.</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And on the seventh day, the Git rested, for all the work that had been done was good. And the Git saw that all the code and software that had been created was very good. And thus, the Git created a powerful tool to manage and improve software development, and it was called Git.</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t/>
            </a:r>
            <a:endParaRPr sz="900">
              <a:solidFill>
                <a:srgbClr val="FFFFFF"/>
              </a:solidFill>
              <a:latin typeface="Courier New"/>
              <a:ea typeface="Courier New"/>
              <a:cs typeface="Courier New"/>
              <a:sym typeface="Courier New"/>
            </a:endParaRPr>
          </a:p>
          <a:p>
            <a:pPr indent="0" lvl="0" marL="0" rtl="0" algn="l">
              <a:spcBef>
                <a:spcPts val="0"/>
              </a:spcBef>
              <a:spcAft>
                <a:spcPts val="0"/>
              </a:spcAft>
              <a:buNone/>
            </a:pPr>
            <a:r>
              <a:rPr lang="en" sz="900">
                <a:solidFill>
                  <a:srgbClr val="FFFFFF"/>
                </a:solidFill>
                <a:latin typeface="Courier New"/>
                <a:ea typeface="Courier New"/>
                <a:cs typeface="Courier New"/>
                <a:sym typeface="Courier New"/>
              </a:rPr>
              <a:t>Thanks ChatGPT.</a:t>
            </a:r>
            <a:endParaRPr sz="900">
              <a:solidFill>
                <a:srgbClr val="FFFFFF"/>
              </a:solidFill>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is Code Review?</a:t>
            </a:r>
            <a:endParaRPr/>
          </a:p>
        </p:txBody>
      </p:sp>
      <p:sp>
        <p:nvSpPr>
          <p:cNvPr id="88" name="Google Shape;88;p19"/>
          <p:cNvSpPr txBox="1"/>
          <p:nvPr>
            <p:ph idx="1" type="body"/>
          </p:nvPr>
        </p:nvSpPr>
        <p:spPr>
          <a:xfrm>
            <a:off x="311700" y="1152475"/>
            <a:ext cx="8520600" cy="2955300"/>
          </a:xfrm>
          <a:prstGeom prst="rect">
            <a:avLst/>
          </a:prstGeom>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1"/>
                </a:solidFill>
              </a:rPr>
              <a:t>In a </a:t>
            </a:r>
            <a:r>
              <a:rPr b="1" i="1" lang="en">
                <a:solidFill>
                  <a:schemeClr val="dk1"/>
                </a:solidFill>
              </a:rPr>
              <a:t>code review</a:t>
            </a:r>
            <a:r>
              <a:rPr lang="en">
                <a:solidFill>
                  <a:schemeClr val="dk1"/>
                </a:solidFill>
              </a:rPr>
              <a:t>, another developer examines your proposed change and explanation, offers feedback, and decides whether to accept it</a:t>
            </a:r>
            <a:endParaRPr>
              <a:solidFill>
                <a:schemeClr val="dk1"/>
              </a:solidFill>
            </a:endParaRPr>
          </a:p>
          <a:p>
            <a:pPr indent="0" lvl="0" marL="0" rtl="0" algn="l">
              <a:lnSpc>
                <a:spcPct val="150000"/>
              </a:lnSpc>
              <a:spcBef>
                <a:spcPts val="0"/>
              </a:spcBef>
              <a:spcAft>
                <a:spcPts val="0"/>
              </a:spcAft>
              <a:buNone/>
            </a:pPr>
            <a:r>
              <a:rPr lang="en">
                <a:solidFill>
                  <a:schemeClr val="dk1"/>
                </a:solidFill>
              </a:rPr>
              <a:t>Helpful links: </a:t>
            </a:r>
            <a:endParaRPr>
              <a:solidFill>
                <a:schemeClr val="dk1"/>
              </a:solidFill>
            </a:endParaRPr>
          </a:p>
          <a:p>
            <a:pPr indent="0" lvl="0" marL="0" rtl="0" algn="l">
              <a:lnSpc>
                <a:spcPct val="150000"/>
              </a:lnSpc>
              <a:spcBef>
                <a:spcPts val="0"/>
              </a:spcBef>
              <a:spcAft>
                <a:spcPts val="0"/>
              </a:spcAft>
              <a:buNone/>
            </a:pPr>
            <a:r>
              <a:rPr lang="en" u="sng">
                <a:solidFill>
                  <a:srgbClr val="0000FF"/>
                </a:solidFill>
                <a:hlinkClick r:id="rId3">
                  <a:extLst>
                    <a:ext uri="{A12FA001-AC4F-418D-AE19-62706E023703}">
                      <ahyp:hlinkClr val="tx"/>
                    </a:ext>
                  </a:extLst>
                </a:hlinkClick>
              </a:rPr>
              <a:t>https://google.github.io/eng-practices/review/reviewer/</a:t>
            </a:r>
            <a:endParaRPr>
              <a:solidFill>
                <a:srgbClr val="0000FF"/>
              </a:solidFill>
            </a:endParaRPr>
          </a:p>
          <a:p>
            <a:pPr indent="0" lvl="0" marL="0" rtl="0" algn="l">
              <a:lnSpc>
                <a:spcPct val="150000"/>
              </a:lnSpc>
              <a:spcBef>
                <a:spcPts val="0"/>
              </a:spcBef>
              <a:spcAft>
                <a:spcPts val="0"/>
              </a:spcAft>
              <a:buNone/>
            </a:pPr>
            <a:r>
              <a:rPr lang="en" u="sng">
                <a:solidFill>
                  <a:srgbClr val="0000FF"/>
                </a:solidFill>
                <a:hlinkClick r:id="rId4">
                  <a:extLst>
                    <a:ext uri="{A12FA001-AC4F-418D-AE19-62706E023703}">
                      <ahyp:hlinkClr val="tx"/>
                    </a:ext>
                  </a:extLst>
                </a:hlinkClick>
              </a:rPr>
              <a:t>https://ocw.mit.edu/ans7870/6/6.005/s16/classes/04-code-review/</a:t>
            </a:r>
            <a:endParaRPr>
              <a:solidFill>
                <a:srgbClr val="0000FF"/>
              </a:solidFill>
            </a:endParaRPr>
          </a:p>
          <a:p>
            <a:pPr indent="0" lvl="0" marL="0" rtl="0" algn="l">
              <a:lnSpc>
                <a:spcPct val="150000"/>
              </a:lnSpc>
              <a:spcBef>
                <a:spcPts val="0"/>
              </a:spcBef>
              <a:spcAft>
                <a:spcPts val="0"/>
              </a:spcAft>
              <a:buNone/>
            </a:pPr>
            <a:r>
              <a:rPr lang="en" u="sng">
                <a:solidFill>
                  <a:srgbClr val="0000FF"/>
                </a:solidFill>
                <a:hlinkClick r:id="rId5">
                  <a:extLst>
                    <a:ext uri="{A12FA001-AC4F-418D-AE19-62706E023703}">
                      <ahyp:hlinkClr val="tx"/>
                    </a:ext>
                  </a:extLst>
                </a:hlinkClick>
              </a:rPr>
              <a:t>https://medium.com/@sandya.sankarram/unlearning-toxic-behaviors-in-a-code-review-culture-b7c295452a3c</a:t>
            </a:r>
            <a:endParaRPr>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Analogy: Writing</a:t>
            </a:r>
            <a:endParaRPr/>
          </a:p>
        </p:txBody>
      </p:sp>
      <p:sp>
        <p:nvSpPr>
          <p:cNvPr id="94" name="Google Shape;94;p20"/>
          <p:cNvSpPr txBox="1"/>
          <p:nvPr>
            <p:ph idx="1" type="body"/>
          </p:nvPr>
        </p:nvSpPr>
        <p:spPr>
          <a:xfrm>
            <a:off x="311700" y="1152475"/>
            <a:ext cx="8520600" cy="1708500"/>
          </a:xfrm>
          <a:prstGeom prst="rect">
            <a:avLst/>
          </a:prstGeom>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1"/>
                </a:solidFill>
              </a:rPr>
              <a:t>Compare the effectiveness of:</a:t>
            </a:r>
            <a:endParaRPr>
              <a:solidFill>
                <a:schemeClr val="dk1"/>
              </a:solidFill>
            </a:endParaRPr>
          </a:p>
          <a:p>
            <a:pPr indent="0" lvl="0" marL="0" rtl="0" algn="l">
              <a:lnSpc>
                <a:spcPct val="150000"/>
              </a:lnSpc>
              <a:spcBef>
                <a:spcPts val="0"/>
              </a:spcBef>
              <a:spcAft>
                <a:spcPts val="0"/>
              </a:spcAft>
              <a:buNone/>
            </a:pPr>
            <a:r>
              <a:rPr lang="en">
                <a:solidFill>
                  <a:schemeClr val="dk1"/>
                </a:solidFill>
              </a:rPr>
              <a:t>● spell checking your own writing</a:t>
            </a:r>
            <a:endParaRPr>
              <a:solidFill>
                <a:schemeClr val="dk1"/>
              </a:solidFill>
            </a:endParaRPr>
          </a:p>
          <a:p>
            <a:pPr indent="0" lvl="0" marL="0" rtl="0" algn="l">
              <a:lnSpc>
                <a:spcPct val="150000"/>
              </a:lnSpc>
              <a:spcBef>
                <a:spcPts val="0"/>
              </a:spcBef>
              <a:spcAft>
                <a:spcPts val="0"/>
              </a:spcAft>
              <a:buNone/>
            </a:pPr>
            <a:r>
              <a:rPr lang="en">
                <a:solidFill>
                  <a:schemeClr val="dk1"/>
                </a:solidFill>
              </a:rPr>
              <a:t>● reading and editing your own writing</a:t>
            </a:r>
            <a:endParaRPr>
              <a:solidFill>
                <a:schemeClr val="dk1"/>
              </a:solidFill>
            </a:endParaRPr>
          </a:p>
          <a:p>
            <a:pPr indent="0" lvl="0" marL="0" rtl="0" algn="l">
              <a:lnSpc>
                <a:spcPct val="150000"/>
              </a:lnSpc>
              <a:spcBef>
                <a:spcPts val="0"/>
              </a:spcBef>
              <a:spcAft>
                <a:spcPts val="0"/>
              </a:spcAft>
              <a:buNone/>
            </a:pPr>
            <a:r>
              <a:rPr lang="en">
                <a:solidFill>
                  <a:schemeClr val="dk1"/>
                </a:solidFill>
              </a:rPr>
              <a:t>● having your writing be edited by someone else</a:t>
            </a:r>
            <a:endParaRPr>
              <a:solidFill>
                <a:schemeClr val="dk1"/>
              </a:solidFill>
            </a:endParaRPr>
          </a:p>
        </p:txBody>
      </p:sp>
      <p:sp>
        <p:nvSpPr>
          <p:cNvPr id="95" name="Google Shape;95;p20"/>
          <p:cNvSpPr txBox="1"/>
          <p:nvPr>
            <p:ph idx="1" type="body"/>
          </p:nvPr>
        </p:nvSpPr>
        <p:spPr>
          <a:xfrm>
            <a:off x="2441550" y="3160650"/>
            <a:ext cx="4720500" cy="877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i="1" lang="en">
                <a:solidFill>
                  <a:schemeClr val="dk1"/>
                </a:solidFill>
              </a:rPr>
              <a:t>Professional writers have editors; professional software engineers have code reviewers</a:t>
            </a:r>
            <a:endParaRPr b="1" i="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01" name="Google Shape;101;p21"/>
          <p:cNvSpPr txBox="1"/>
          <p:nvPr>
            <p:ph idx="1" type="body"/>
          </p:nvPr>
        </p:nvSpPr>
        <p:spPr>
          <a:xfrm>
            <a:off x="311700" y="923875"/>
            <a:ext cx="8520600" cy="41868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public static int dayOfYear(int month, int dayOfMonth, int year)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if (month == 2)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3)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59;</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4)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90;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5)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6)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7)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8)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9)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10)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 + 30;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11)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 + 30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12)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 + 30 + 31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return dayOfMonth;</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07" name="Google Shape;107;p22"/>
          <p:cNvSpPr txBox="1"/>
          <p:nvPr>
            <p:ph idx="1" type="body"/>
          </p:nvPr>
        </p:nvSpPr>
        <p:spPr>
          <a:xfrm>
            <a:off x="311700" y="923875"/>
            <a:ext cx="8520600" cy="41868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public static int dayOfYear(int month, int dayOfMonth, int year)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if (month == 2)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3)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59;</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4)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90;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5)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6)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7)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8)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9)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10)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 + 30;</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11)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 + 30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 else if (month == 12)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dayOfMonth += 31 + 28 + 31 + 30 + 31 + 30 + 31 + 31 + 30 + 31 + 31;</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    return dayOfMonth;</a:t>
            </a:r>
            <a:endParaRPr sz="10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p:txBody>
      </p:sp>
      <p:sp>
        <p:nvSpPr>
          <p:cNvPr id="108" name="Google Shape;108;p22"/>
          <p:cNvSpPr txBox="1"/>
          <p:nvPr/>
        </p:nvSpPr>
        <p:spPr>
          <a:xfrm>
            <a:off x="5801400" y="1652200"/>
            <a:ext cx="2616600" cy="156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Violates DRY principle</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(Don’t Repeat Yourself)</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No Comments make difficult to understand</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14" name="Google Shape;114;p23"/>
          <p:cNvSpPr txBox="1"/>
          <p:nvPr>
            <p:ph idx="1" type="body"/>
          </p:nvPr>
        </p:nvSpPr>
        <p:spPr>
          <a:xfrm>
            <a:off x="311700" y="1152475"/>
            <a:ext cx="8520600" cy="3386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boolean leap(i</a:t>
            </a:r>
            <a:r>
              <a:rPr lang="en" sz="1300">
                <a:solidFill>
                  <a:schemeClr val="dk1"/>
                </a:solidFill>
                <a:latin typeface="Courier New"/>
                <a:ea typeface="Courier New"/>
                <a:cs typeface="Courier New"/>
                <a:sym typeface="Courier New"/>
              </a:rPr>
              <a:t>n</a:t>
            </a:r>
            <a:r>
              <a:rPr lang="en" sz="1300">
                <a:solidFill>
                  <a:schemeClr val="dk1"/>
                </a:solidFill>
                <a:latin typeface="Courier New"/>
                <a:ea typeface="Courier New"/>
                <a:cs typeface="Courier New"/>
                <a:sym typeface="Courier New"/>
              </a:rPr>
              <a:t>t y)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String tmp = String.valueOf(y);</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(tmp.charAt(2) == '1' || tmp.charAt(2) == '3' || tmp.charAt(2) == 5 || tmp.charAt(2) == '7' || tmp.charAt(2) == '9')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(tmp.charAt(3)=='2'||tmp.charAt(3)=='6') return true; /*R1*/</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else</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return false; /*R2*/</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}else{</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(tmp.charAt(2) == '0' &amp;&amp; tmp.charAt(3) == '0')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return false; /*R3*/</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(tmp.charAt(3)=='0'||tmp.charAt(3)=='4'||tmp.charAt(3)=='8')return true; /*R4*/</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return false; /*R5*/</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a:t>
            </a:r>
            <a:endParaRPr sz="1300">
              <a:solidFill>
                <a:schemeClr val="dk1"/>
              </a:solidFill>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20" name="Google Shape;120;p24"/>
          <p:cNvSpPr txBox="1"/>
          <p:nvPr>
            <p:ph idx="1" type="body"/>
          </p:nvPr>
        </p:nvSpPr>
        <p:spPr>
          <a:xfrm>
            <a:off x="311700" y="1152475"/>
            <a:ext cx="6757500" cy="39867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boolean leap(int y)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String tmp = String.valueOf(y);</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(tmp.charAt(2) == '1' || tmp.charAt(2) == '3' || tmp.charAt(2) == 5 || tmp.charAt(2) == '7' || tmp.charAt(2) == '9')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(tmp.charAt(3)=='2'||tmp.charAt(3)=='6') return true; /*R1*/</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else</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return false; /*R2*/</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}else{</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(tmp.charAt(2) == '0' &amp;&amp; tmp.charAt(3) == '0')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return false; /*R3*/</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(tmp.charAt(3)=='0'||tmp.charAt(3)=='4'||tmp.charAt(3)=='8')return true; /*R4*/</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return false; /*R5*/</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a:t>
            </a:r>
            <a:endParaRPr sz="1300">
              <a:solidFill>
                <a:schemeClr val="dk1"/>
              </a:solidFill>
              <a:latin typeface="Courier New"/>
              <a:ea typeface="Courier New"/>
              <a:cs typeface="Courier New"/>
              <a:sym typeface="Courier New"/>
            </a:endParaRPr>
          </a:p>
        </p:txBody>
      </p:sp>
      <p:sp>
        <p:nvSpPr>
          <p:cNvPr id="121" name="Google Shape;121;p24"/>
          <p:cNvSpPr txBox="1"/>
          <p:nvPr/>
        </p:nvSpPr>
        <p:spPr>
          <a:xfrm>
            <a:off x="7069150" y="1060625"/>
            <a:ext cx="2074800" cy="156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Bad Naming</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Comments does not reveal anything useful</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27" name="Google Shape;127;p25"/>
          <p:cNvSpPr txBox="1"/>
          <p:nvPr>
            <p:ph idx="1" type="body"/>
          </p:nvPr>
        </p:nvSpPr>
        <p:spPr>
          <a:xfrm>
            <a:off x="311700" y="1152475"/>
            <a:ext cx="8520600" cy="2586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int LONG_WORD_LENGTH = 5;</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String longestWord;</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void countLongWords(List&lt;String&gt; words)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int n = 0;</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longestWord =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for (String word: words)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(word.length() &gt; LONG_WORD_LENGTH) ++n;</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(word.length() &gt; longestWord.length()) longestWord = word;</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System.out.println(n);</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a:t>
            </a:r>
            <a:endParaRPr sz="1300">
              <a:solidFill>
                <a:schemeClr val="dk1"/>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33" name="Google Shape;133;p26"/>
          <p:cNvSpPr txBox="1"/>
          <p:nvPr>
            <p:ph idx="1" type="body"/>
          </p:nvPr>
        </p:nvSpPr>
        <p:spPr>
          <a:xfrm>
            <a:off x="311700" y="1152475"/>
            <a:ext cx="8520600" cy="2586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int LONG_WORD_LENGTH = 5;</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String longestWord;</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public static void countLongWords(List&lt;String&gt; words)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int n = 0;</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longestWord =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for (String word: words)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(word.length() &gt; LONG_WORD_LENGTH) ++n;</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if (word.length() &gt; longestWord.length()) longestWord = word;</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   System.out.println(n);</a:t>
            </a:r>
            <a:endParaRPr sz="1300">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300">
                <a:solidFill>
                  <a:schemeClr val="dk1"/>
                </a:solidFill>
                <a:latin typeface="Courier New"/>
                <a:ea typeface="Courier New"/>
                <a:cs typeface="Courier New"/>
                <a:sym typeface="Courier New"/>
              </a:rPr>
              <a:t>}</a:t>
            </a:r>
            <a:endParaRPr sz="1300">
              <a:solidFill>
                <a:schemeClr val="dk1"/>
              </a:solidFill>
              <a:latin typeface="Courier New"/>
              <a:ea typeface="Courier New"/>
              <a:cs typeface="Courier New"/>
              <a:sym typeface="Courier New"/>
            </a:endParaRPr>
          </a:p>
        </p:txBody>
      </p:sp>
      <p:sp>
        <p:nvSpPr>
          <p:cNvPr id="134" name="Google Shape;134;p26"/>
          <p:cNvSpPr txBox="1"/>
          <p:nvPr/>
        </p:nvSpPr>
        <p:spPr>
          <a:xfrm>
            <a:off x="6022525" y="1315775"/>
            <a:ext cx="2616600" cy="1015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Use Of GLOBAL variables</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n" sz="1800">
                <a:solidFill>
                  <a:schemeClr val="dk1"/>
                </a:solidFill>
                <a:latin typeface="Calibri"/>
                <a:ea typeface="Calibri"/>
                <a:cs typeface="Calibri"/>
                <a:sym typeface="Calibri"/>
              </a:rPr>
              <a:t>Prints instead of return</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Code Review?</a:t>
            </a:r>
            <a:endParaRPr/>
          </a:p>
        </p:txBody>
      </p:sp>
      <p:sp>
        <p:nvSpPr>
          <p:cNvPr id="140" name="Google Shape;140;p27"/>
          <p:cNvSpPr txBox="1"/>
          <p:nvPr>
            <p:ph idx="1" type="body"/>
          </p:nvPr>
        </p:nvSpPr>
        <p:spPr>
          <a:xfrm>
            <a:off x="311700" y="1152475"/>
            <a:ext cx="8520600" cy="25398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Safe from bugs</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Correct today and correct in the unknown future</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Easy to understand	</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Communicating clearly with future programmers, including future you</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Ready for change</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Designed to accommodate change without rewriting</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What’s in Code Review?</a:t>
            </a:r>
            <a:endParaRPr/>
          </a:p>
        </p:txBody>
      </p:sp>
      <p:sp>
        <p:nvSpPr>
          <p:cNvPr id="146" name="Google Shape;146;p28"/>
          <p:cNvSpPr txBox="1"/>
          <p:nvPr>
            <p:ph idx="1" type="body"/>
          </p:nvPr>
        </p:nvSpPr>
        <p:spPr>
          <a:xfrm>
            <a:off x="311700" y="1152475"/>
            <a:ext cx="8520600" cy="12930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Do you review whole codebase? If yes, is it feasible?</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Part of codebase? If yes, which part?</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Some specific part? If yes, which part?</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Code Reviews at Google</a:t>
            </a:r>
            <a:endParaRPr/>
          </a:p>
        </p:txBody>
      </p:sp>
      <p:sp>
        <p:nvSpPr>
          <p:cNvPr id="152" name="Google Shape;152;p29"/>
          <p:cNvSpPr txBox="1"/>
          <p:nvPr>
            <p:ph idx="1" type="body"/>
          </p:nvPr>
        </p:nvSpPr>
        <p:spPr>
          <a:xfrm>
            <a:off x="311700" y="1152475"/>
            <a:ext cx="8520600" cy="1736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a:solidFill>
                  <a:schemeClr val="dk1"/>
                </a:solidFill>
              </a:rPr>
              <a:t>"All code that gets submitted needs to be reviewed by at least one other person, and either the code writer or the reviewer needs to have readability in that language.  Most people use Mondrian to do code reviews, and obviously, we spend a good chunk of our time reviewing code."  </a:t>
            </a:r>
            <a:endParaRPr i="1">
              <a:solidFill>
                <a:schemeClr val="dk1"/>
              </a:solidFill>
            </a:endParaRPr>
          </a:p>
          <a:p>
            <a:pPr indent="0" lvl="0" marL="0" rtl="0" algn="l">
              <a:spcBef>
                <a:spcPts val="0"/>
              </a:spcBef>
              <a:spcAft>
                <a:spcPts val="0"/>
              </a:spcAft>
              <a:buNone/>
            </a:pPr>
            <a:r>
              <a:rPr lang="en">
                <a:solidFill>
                  <a:schemeClr val="dk1"/>
                </a:solidFill>
              </a:rPr>
              <a:t>-- Amanda Camp, Software Engineer, Google</a:t>
            </a: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Intuition behind Code Review</a:t>
            </a:r>
            <a:endParaRPr/>
          </a:p>
        </p:txBody>
      </p:sp>
      <p:sp>
        <p:nvSpPr>
          <p:cNvPr id="158" name="Google Shape;158;p30"/>
          <p:cNvSpPr txBox="1"/>
          <p:nvPr>
            <p:ph idx="1" type="body"/>
          </p:nvPr>
        </p:nvSpPr>
        <p:spPr>
          <a:xfrm>
            <a:off x="311700" y="1152475"/>
            <a:ext cx="8520600" cy="2124000"/>
          </a:xfrm>
          <a:prstGeom prst="rect">
            <a:avLst/>
          </a:prstGeom>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i="1" lang="en">
                <a:solidFill>
                  <a:schemeClr val="dk1"/>
                </a:solidFill>
              </a:rPr>
              <a:t>“Given enough eyeballs, all bugs are shallow.” – Linus's Law</a:t>
            </a:r>
            <a:endParaRPr i="1">
              <a:solidFill>
                <a:schemeClr val="dk1"/>
              </a:solidFill>
            </a:endParaRPr>
          </a:p>
          <a:p>
            <a:pPr indent="0" lvl="0" marL="0" rtl="0" algn="l">
              <a:lnSpc>
                <a:spcPct val="150000"/>
              </a:lnSpc>
              <a:spcBef>
                <a:spcPts val="0"/>
              </a:spcBef>
              <a:spcAft>
                <a:spcPts val="0"/>
              </a:spcAft>
              <a:buNone/>
            </a:pPr>
            <a:r>
              <a:rPr lang="en">
                <a:solidFill>
                  <a:schemeClr val="dk1"/>
                </a:solidFill>
              </a:rPr>
              <a:t>Reviewer has: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different background, different experience</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no preconceived idea of correctness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no bias because of “what was intended”</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Why Bother?</a:t>
            </a:r>
            <a:endParaRPr/>
          </a:p>
        </p:txBody>
      </p:sp>
      <p:sp>
        <p:nvSpPr>
          <p:cNvPr id="164" name="Google Shape;164;p31"/>
          <p:cNvSpPr txBox="1"/>
          <p:nvPr>
            <p:ph idx="1" type="body"/>
          </p:nvPr>
        </p:nvSpPr>
        <p:spPr>
          <a:xfrm>
            <a:off x="311700" y="1152475"/>
            <a:ext cx="8520600" cy="3010800"/>
          </a:xfrm>
          <a:prstGeom prst="rect">
            <a:avLst/>
          </a:prstGeom>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&gt; 1 person has seen every piece of code</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Insurance against author’s disappearance (e.g.: bus factor)</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Accountability (both author and reviewers are accountable)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Forcing function for documentation and code improvements</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Authors must articulate their decisions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Prospect of a review raises your quality threshold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Inexperienced personnel get experience without hurting quality</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Pairing them up with experienced developers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Can learn by being a reviewer as well</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From Studies</a:t>
            </a:r>
            <a:endParaRPr/>
          </a:p>
        </p:txBody>
      </p:sp>
      <p:sp>
        <p:nvSpPr>
          <p:cNvPr id="170" name="Google Shape;170;p32"/>
          <p:cNvSpPr txBox="1"/>
          <p:nvPr>
            <p:ph idx="1" type="body"/>
          </p:nvPr>
        </p:nvSpPr>
        <p:spPr>
          <a:xfrm>
            <a:off x="311700" y="1152475"/>
            <a:ext cx="8520600" cy="39666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a:solidFill>
                  <a:schemeClr val="dk1"/>
                </a:solidFill>
              </a:rPr>
              <a:t>Average defect detection rates higher than testing</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Unit testing: 25%, Function testing: 35%, Integration testing: 45% </a:t>
            </a:r>
            <a:endParaRPr sz="1800">
              <a:solidFill>
                <a:schemeClr val="dk1"/>
              </a:solidFill>
            </a:endParaRPr>
          </a:p>
          <a:p>
            <a:pPr indent="-342900" lvl="1" marL="914400" rtl="0" algn="l">
              <a:spcBef>
                <a:spcPts val="0"/>
              </a:spcBef>
              <a:spcAft>
                <a:spcPts val="0"/>
              </a:spcAft>
              <a:buClr>
                <a:schemeClr val="dk1"/>
              </a:buClr>
              <a:buSzPts val="1800"/>
              <a:buChar char="○"/>
            </a:pPr>
            <a:r>
              <a:rPr b="1" lang="en" sz="1800">
                <a:solidFill>
                  <a:schemeClr val="dk1"/>
                </a:solidFill>
              </a:rPr>
              <a:t>Design and code inspections</a:t>
            </a:r>
            <a:r>
              <a:rPr lang="en" sz="1800">
                <a:solidFill>
                  <a:schemeClr val="dk1"/>
                </a:solidFill>
              </a:rPr>
              <a:t>: 55% and 60%</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11 programs developed by the same group of people</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First 5 without reviews: average 4.5 errors / 100 LoC</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Remaining 6 with reviews: average 0.82 errors / 100 LoC</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Errors reduced by &gt; 80%</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IBM's Orbit project: 500,000 lines, 11 levels of inspections. Delivered early with 1% of the predicted errors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After AT&amp;T introduced reviews, 14% increase in productivity and a 90% decrease in defects</a:t>
            </a:r>
            <a:endParaRPr>
              <a:solidFill>
                <a:schemeClr val="dk1"/>
              </a:solidFill>
            </a:endParaRPr>
          </a:p>
          <a:p>
            <a:pPr indent="0" lvl="0" marL="0" rtl="0" algn="l">
              <a:spcBef>
                <a:spcPts val="0"/>
              </a:spcBef>
              <a:spcAft>
                <a:spcPts val="0"/>
              </a:spcAft>
              <a:buNone/>
            </a:pPr>
            <a:r>
              <a:rPr i="1" lang="en">
                <a:solidFill>
                  <a:schemeClr val="dk1"/>
                </a:solidFill>
              </a:rPr>
              <a:t>Source: Code Complete by Steve McConnell</a:t>
            </a:r>
            <a:endParaRPr i="1">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Who Does the Code Review?</a:t>
            </a:r>
            <a:endParaRPr/>
          </a:p>
        </p:txBody>
      </p:sp>
      <p:sp>
        <p:nvSpPr>
          <p:cNvPr id="176" name="Google Shape;176;p33"/>
          <p:cNvSpPr txBox="1"/>
          <p:nvPr>
            <p:ph idx="1" type="body"/>
          </p:nvPr>
        </p:nvSpPr>
        <p:spPr>
          <a:xfrm>
            <a:off x="311700" y="1152475"/>
            <a:ext cx="8520600" cy="33708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First step: </a:t>
            </a:r>
            <a:r>
              <a:rPr i="1" lang="en">
                <a:solidFill>
                  <a:schemeClr val="dk1"/>
                </a:solidFill>
              </a:rPr>
              <a:t>Review it yourself</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Make sure the diff is clean</a:t>
            </a:r>
            <a:endParaRPr>
              <a:solidFill>
                <a:schemeClr val="dk1"/>
              </a:solidFill>
            </a:endParaRPr>
          </a:p>
          <a:p>
            <a:pPr indent="0" lvl="0" marL="0" rtl="0" algn="l">
              <a:lnSpc>
                <a:spcPct val="150000"/>
              </a:lnSpc>
              <a:spcBef>
                <a:spcPts val="0"/>
              </a:spcBef>
              <a:spcAft>
                <a:spcPts val="0"/>
              </a:spcAft>
              <a:buNone/>
            </a:pPr>
            <a:r>
              <a:rPr lang="en">
                <a:solidFill>
                  <a:schemeClr val="dk1"/>
                </a:solidFill>
              </a:rPr>
              <a:t>Avoid:</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extraneous whitespace changes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debugging code</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commented-out code</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style guide violations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undocumented code</a:t>
            </a:r>
            <a:endParaRPr>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Who Does the Code Review?</a:t>
            </a:r>
            <a:endParaRPr/>
          </a:p>
        </p:txBody>
      </p:sp>
      <p:sp>
        <p:nvSpPr>
          <p:cNvPr id="182" name="Google Shape;182;p34"/>
          <p:cNvSpPr txBox="1"/>
          <p:nvPr>
            <p:ph idx="1" type="body"/>
          </p:nvPr>
        </p:nvSpPr>
        <p:spPr>
          <a:xfrm>
            <a:off x="311700" y="1152475"/>
            <a:ext cx="8520600" cy="33708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First step: </a:t>
            </a:r>
            <a:r>
              <a:rPr i="1" lang="en">
                <a:solidFill>
                  <a:schemeClr val="dk1"/>
                </a:solidFill>
              </a:rPr>
              <a:t>Review it yourself</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Make sure the diff is clean</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i="1" lang="en">
                <a:solidFill>
                  <a:schemeClr val="dk1"/>
                </a:solidFill>
              </a:rPr>
              <a:t>Choose the right reviewers</a:t>
            </a:r>
            <a:endParaRPr i="1">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C</a:t>
            </a:r>
            <a:r>
              <a:rPr lang="en" sz="1800">
                <a:solidFill>
                  <a:schemeClr val="dk1"/>
                </a:solidFill>
              </a:rPr>
              <a:t>onsider in a reviewer:</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Availability</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Code ownership</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Code expertise</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Readability</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to do a code review: Google’s principles</a:t>
            </a:r>
            <a:endParaRPr/>
          </a:p>
        </p:txBody>
      </p:sp>
      <p:sp>
        <p:nvSpPr>
          <p:cNvPr id="188" name="Google Shape;188;p35"/>
          <p:cNvSpPr txBox="1"/>
          <p:nvPr>
            <p:ph idx="1" type="body"/>
          </p:nvPr>
        </p:nvSpPr>
        <p:spPr>
          <a:xfrm>
            <a:off x="311700" y="1152475"/>
            <a:ext cx="8520600" cy="4617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u="sng">
                <a:solidFill>
                  <a:srgbClr val="0000FF"/>
                </a:solidFill>
                <a:hlinkClick r:id="rId3">
                  <a:extLst>
                    <a:ext uri="{A12FA001-AC4F-418D-AE19-62706E023703}">
                      <ahyp:hlinkClr val="tx"/>
                    </a:ext>
                  </a:extLst>
                </a:hlinkClick>
              </a:rPr>
              <a:t>https://google.github.io/eng-practices/review/reviewer/standard.html</a:t>
            </a:r>
            <a:endParaRPr i="1">
              <a:solidFill>
                <a:srgbClr val="0000FF"/>
              </a:solidFill>
            </a:endParaRPr>
          </a:p>
        </p:txBody>
      </p:sp>
      <p:sp>
        <p:nvSpPr>
          <p:cNvPr id="189" name="Google Shape;189;p35"/>
          <p:cNvSpPr txBox="1"/>
          <p:nvPr>
            <p:ph type="title"/>
          </p:nvPr>
        </p:nvSpPr>
        <p:spPr>
          <a:xfrm>
            <a:off x="311700" y="1610050"/>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to look for in a code review</a:t>
            </a:r>
            <a:endParaRPr/>
          </a:p>
        </p:txBody>
      </p:sp>
      <p:sp>
        <p:nvSpPr>
          <p:cNvPr id="190" name="Google Shape;190;p35"/>
          <p:cNvSpPr txBox="1"/>
          <p:nvPr>
            <p:ph idx="1" type="body"/>
          </p:nvPr>
        </p:nvSpPr>
        <p:spPr>
          <a:xfrm>
            <a:off x="311700" y="2317500"/>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u="sng">
                <a:solidFill>
                  <a:srgbClr val="0000FF"/>
                </a:solidFill>
                <a:hlinkClick r:id="rId4">
                  <a:extLst>
                    <a:ext uri="{A12FA001-AC4F-418D-AE19-62706E023703}">
                      <ahyp:hlinkClr val="tx"/>
                    </a:ext>
                  </a:extLst>
                </a:hlinkClick>
              </a:rPr>
              <a:t>https://google.github.io/eng-practices/review/reviewer/looking-for.html</a:t>
            </a:r>
            <a:endParaRPr>
              <a:solidFill>
                <a:srgbClr val="0000FF"/>
              </a:solidFill>
            </a:endParaRPr>
          </a:p>
        </p:txBody>
      </p:sp>
      <p:sp>
        <p:nvSpPr>
          <p:cNvPr id="191" name="Google Shape;191;p35"/>
          <p:cNvSpPr txBox="1"/>
          <p:nvPr>
            <p:ph type="title"/>
          </p:nvPr>
        </p:nvSpPr>
        <p:spPr>
          <a:xfrm>
            <a:off x="311700" y="2779200"/>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to handle reviewer comments</a:t>
            </a:r>
            <a:endParaRPr/>
          </a:p>
        </p:txBody>
      </p:sp>
      <p:sp>
        <p:nvSpPr>
          <p:cNvPr id="192" name="Google Shape;192;p35"/>
          <p:cNvSpPr txBox="1"/>
          <p:nvPr>
            <p:ph idx="1" type="body"/>
          </p:nvPr>
        </p:nvSpPr>
        <p:spPr>
          <a:xfrm>
            <a:off x="311700" y="3486650"/>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u="sng">
                <a:solidFill>
                  <a:srgbClr val="0000FF"/>
                </a:solidFill>
                <a:hlinkClick r:id="rId5">
                  <a:extLst>
                    <a:ext uri="{A12FA001-AC4F-418D-AE19-62706E023703}">
                      <ahyp:hlinkClr val="tx"/>
                    </a:ext>
                  </a:extLst>
                </a:hlinkClick>
              </a:rPr>
              <a:t>https://google.github.io/eng-practices/review/developer/handling-comments.html</a:t>
            </a:r>
            <a:endParaRPr>
              <a:solidFill>
                <a:srgbClr val="0000FF"/>
              </a:solidFill>
            </a:endParaRPr>
          </a:p>
        </p:txBody>
      </p:sp>
      <p:sp>
        <p:nvSpPr>
          <p:cNvPr id="193" name="Google Shape;193;p35"/>
          <p:cNvSpPr txBox="1"/>
          <p:nvPr>
            <p:ph type="title"/>
          </p:nvPr>
        </p:nvSpPr>
        <p:spPr>
          <a:xfrm>
            <a:off x="311700" y="3948350"/>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How to write code review comments</a:t>
            </a:r>
            <a:endParaRPr/>
          </a:p>
        </p:txBody>
      </p:sp>
      <p:sp>
        <p:nvSpPr>
          <p:cNvPr id="194" name="Google Shape;194;p35"/>
          <p:cNvSpPr txBox="1"/>
          <p:nvPr>
            <p:ph idx="1" type="body"/>
          </p:nvPr>
        </p:nvSpPr>
        <p:spPr>
          <a:xfrm>
            <a:off x="311700" y="4655800"/>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u="sng">
                <a:solidFill>
                  <a:srgbClr val="0000FF"/>
                </a:solidFill>
                <a:hlinkClick r:id="rId6">
                  <a:extLst>
                    <a:ext uri="{A12FA001-AC4F-418D-AE19-62706E023703}">
                      <ahyp:hlinkClr val="tx"/>
                    </a:ext>
                  </a:extLst>
                </a:hlinkClick>
              </a:rPr>
              <a:t>https://google.github.io/eng-practices/review/reviewer/comments.html</a:t>
            </a:r>
            <a:endParaRPr>
              <a:solidFill>
                <a:srgbClr val="00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6"/>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Code Review: Summary</a:t>
            </a:r>
            <a:endParaRPr/>
          </a:p>
        </p:txBody>
      </p:sp>
      <p:sp>
        <p:nvSpPr>
          <p:cNvPr id="200" name="Google Shape;200;p36"/>
          <p:cNvSpPr txBox="1"/>
          <p:nvPr>
            <p:ph idx="1" type="body"/>
          </p:nvPr>
        </p:nvSpPr>
        <p:spPr>
          <a:xfrm>
            <a:off x="311700" y="1152475"/>
            <a:ext cx="8520600" cy="33708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Don’t Repeat Yourself (DRY)</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Comments where needed</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Fail fast</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One purpose for each variable</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Use good names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No global variables</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Return results, don’t print them</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Use whitespace for readability</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Let’s go through some of the OSS PR/Issues</a:t>
            </a:r>
            <a:endParaRPr/>
          </a:p>
        </p:txBody>
      </p:sp>
      <p:sp>
        <p:nvSpPr>
          <p:cNvPr id="206" name="Google Shape;206;p37"/>
          <p:cNvSpPr txBox="1"/>
          <p:nvPr>
            <p:ph idx="1" type="body"/>
          </p:nvPr>
        </p:nvSpPr>
        <p:spPr>
          <a:xfrm>
            <a:off x="311700" y="1152475"/>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u="sng">
                <a:solidFill>
                  <a:schemeClr val="hlink"/>
                </a:solidFill>
                <a:hlinkClick r:id="rId3"/>
              </a:rPr>
              <a:t>https://github.com/All-Hands-AI/OpenHands/pull/455</a:t>
            </a:r>
            <a:endParaRPr>
              <a:solidFill>
                <a:schemeClr val="dk1"/>
              </a:solidFill>
            </a:endParaRPr>
          </a:p>
        </p:txBody>
      </p:sp>
      <p:sp>
        <p:nvSpPr>
          <p:cNvPr id="207" name="Google Shape;207;p37"/>
          <p:cNvSpPr txBox="1"/>
          <p:nvPr>
            <p:ph idx="1" type="body"/>
          </p:nvPr>
        </p:nvSpPr>
        <p:spPr>
          <a:xfrm>
            <a:off x="311700" y="1614175"/>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u="sng">
                <a:solidFill>
                  <a:schemeClr val="hlink"/>
                </a:solidFill>
                <a:hlinkClick r:id="rId4"/>
              </a:rPr>
              <a:t>https://github.com/neovim/neovim/pull/30658</a:t>
            </a:r>
            <a:r>
              <a:rPr lang="en"/>
              <a:t> </a:t>
            </a:r>
            <a:endParaRPr/>
          </a:p>
        </p:txBody>
      </p:sp>
      <p:sp>
        <p:nvSpPr>
          <p:cNvPr id="208" name="Google Shape;208;p37"/>
          <p:cNvSpPr txBox="1"/>
          <p:nvPr>
            <p:ph idx="1" type="body"/>
          </p:nvPr>
        </p:nvSpPr>
        <p:spPr>
          <a:xfrm>
            <a:off x="311700" y="2099250"/>
            <a:ext cx="8520600" cy="4617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u="sng">
                <a:solidFill>
                  <a:schemeClr val="hlink"/>
                </a:solidFill>
                <a:hlinkClick r:id="rId5"/>
              </a:rPr>
              <a:t>https://github.com/twbs/bootstrap/issues/39935</a:t>
            </a:r>
            <a:r>
              <a:rPr lang="en"/>
              <a:t> </a:t>
            </a:r>
            <a:endParaRPr/>
          </a:p>
        </p:txBody>
      </p:sp>
      <p:sp>
        <p:nvSpPr>
          <p:cNvPr id="209" name="Google Shape;209;p37"/>
          <p:cNvSpPr txBox="1"/>
          <p:nvPr/>
        </p:nvSpPr>
        <p:spPr>
          <a:xfrm>
            <a:off x="311700" y="2862575"/>
            <a:ext cx="85206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latin typeface="Calibri"/>
                <a:ea typeface="Calibri"/>
                <a:cs typeface="Calibri"/>
                <a:sym typeface="Calibri"/>
              </a:rPr>
              <a:t>Let’s g</a:t>
            </a:r>
            <a:r>
              <a:rPr lang="en" sz="1800">
                <a:solidFill>
                  <a:schemeClr val="dk1"/>
                </a:solidFill>
                <a:latin typeface="Calibri"/>
                <a:ea typeface="Calibri"/>
                <a:cs typeface="Calibri"/>
                <a:sym typeface="Calibri"/>
              </a:rPr>
              <a:t>o through the PRs/Issues one by one and discuss.</a:t>
            </a:r>
            <a:endParaRPr sz="1800">
              <a:solidFill>
                <a:schemeClr val="dk2"/>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What would you do when Maintainers become hostile?</a:t>
            </a:r>
            <a:endParaRPr/>
          </a:p>
        </p:txBody>
      </p:sp>
      <p:sp>
        <p:nvSpPr>
          <p:cNvPr id="215" name="Google Shape;215;p38"/>
          <p:cNvSpPr txBox="1"/>
          <p:nvPr>
            <p:ph idx="1" type="body"/>
          </p:nvPr>
        </p:nvSpPr>
        <p:spPr>
          <a:xfrm>
            <a:off x="311700" y="1152475"/>
            <a:ext cx="8520600" cy="1708500"/>
          </a:xfrm>
          <a:prstGeom prst="rect">
            <a:avLst/>
          </a:prstGeom>
        </p:spPr>
        <p:txBody>
          <a:bodyPr anchorCtr="0" anchor="t" bIns="91425" lIns="91425" spcFirstLastPara="1" rIns="91425" wrap="square" tIns="91425">
            <a:sp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Exhibit 1:</a:t>
            </a:r>
            <a:r>
              <a:rPr lang="en"/>
              <a:t> </a:t>
            </a:r>
            <a:r>
              <a:rPr lang="en" u="sng">
                <a:solidFill>
                  <a:schemeClr val="hlink"/>
                </a:solidFill>
                <a:hlinkClick r:id="rId3"/>
              </a:rPr>
              <a:t>https://github.com/minio/minio/issues/20346</a:t>
            </a:r>
            <a:r>
              <a:rPr lang="en"/>
              <a:t> </a:t>
            </a:r>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Exhibit 2:</a:t>
            </a:r>
            <a:r>
              <a:rPr lang="en"/>
              <a:t> </a:t>
            </a:r>
            <a:r>
              <a:rPr lang="en" u="sng">
                <a:solidFill>
                  <a:schemeClr val="hlink"/>
                </a:solidFill>
                <a:hlinkClick r:id="rId4"/>
              </a:rPr>
              <a:t>https://github.com/kovidgoyal/kitty/issues/7749</a:t>
            </a:r>
            <a:r>
              <a:rPr lang="en"/>
              <a:t> </a:t>
            </a:r>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Exhibit 3:</a:t>
            </a:r>
            <a:r>
              <a:rPr lang="en"/>
              <a:t> </a:t>
            </a:r>
            <a:r>
              <a:rPr lang="en" u="sng">
                <a:solidFill>
                  <a:schemeClr val="hlink"/>
                </a:solidFill>
                <a:hlinkClick r:id="rId5"/>
              </a:rPr>
              <a:t>https://github.com/alacritty/alacritty/pull/7610</a:t>
            </a:r>
            <a:r>
              <a:rPr lang="en"/>
              <a:t>  </a:t>
            </a:r>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Exhibit 4:</a:t>
            </a:r>
            <a:r>
              <a:rPr lang="en"/>
              <a:t> </a:t>
            </a:r>
            <a:r>
              <a:rPr lang="en" u="sng">
                <a:solidFill>
                  <a:schemeClr val="hlink"/>
                </a:solidFill>
                <a:hlinkClick r:id="rId6"/>
              </a:rPr>
              <a:t>https://github.com/pbatard/rufus/pull/2550</a:t>
            </a:r>
            <a:r>
              <a:rPr lang="en"/>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Question?</a:t>
            </a:r>
            <a:endParaRPr/>
          </a:p>
        </p:txBody>
      </p:sp>
      <p:pic>
        <p:nvPicPr>
          <p:cNvPr id="221" name="Google Shape;221;p39"/>
          <p:cNvPicPr preferRelativeResize="0"/>
          <p:nvPr/>
        </p:nvPicPr>
        <p:blipFill>
          <a:blip r:embed="rId3">
            <a:alphaModFix/>
          </a:blip>
          <a:stretch>
            <a:fillRect/>
          </a:stretch>
        </p:blipFill>
        <p:spPr>
          <a:xfrm>
            <a:off x="1343025" y="1742400"/>
            <a:ext cx="6457950" cy="2171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